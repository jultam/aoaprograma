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70" r:id="rId5"/>
    <p:sldMasterId id="2147483688" r:id="rId6"/>
  </p:sldMasterIdLst>
  <p:notesMasterIdLst>
    <p:notesMasterId r:id="rId17"/>
  </p:notesMasterIdLst>
  <p:sldIdLst>
    <p:sldId id="330" r:id="rId7"/>
    <p:sldId id="331" r:id="rId8"/>
    <p:sldId id="334" r:id="rId9"/>
    <p:sldId id="333" r:id="rId10"/>
    <p:sldId id="335" r:id="rId11"/>
    <p:sldId id="336" r:id="rId12"/>
    <p:sldId id="344" r:id="rId13"/>
    <p:sldId id="338" r:id="rId14"/>
    <p:sldId id="346" r:id="rId15"/>
    <p:sldId id="34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422"/>
    <a:srgbClr val="0808B8"/>
    <a:srgbClr val="BE5A11"/>
    <a:srgbClr val="7E003F"/>
    <a:srgbClr val="3865AE"/>
    <a:srgbClr val="0000FF"/>
    <a:srgbClr val="0000CC"/>
    <a:srgbClr val="305598"/>
    <a:srgbClr val="0D7697"/>
    <a:srgbClr val="0C6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86359" autoAdjust="0"/>
  </p:normalViewPr>
  <p:slideViewPr>
    <p:cSldViewPr snapToGrid="0" snapToObjects="1">
      <p:cViewPr>
        <p:scale>
          <a:sx n="109" d="100"/>
          <a:sy n="109" d="100"/>
        </p:scale>
        <p:origin x="-1680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8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ALFONSAS\DOC\Rosenbrock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ALFONSAS\DOC\Schwefe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7228869497157294E-2"/>
          <c:y val="5.8466278671687778E-2"/>
          <c:w val="0.90995307031462458"/>
          <c:h val="0.82074365704286967"/>
        </c:manualLayout>
      </c:layout>
      <c:lineChart>
        <c:grouping val="standard"/>
        <c:varyColors val="0"/>
        <c:ser>
          <c:idx val="1"/>
          <c:order val="0"/>
          <c:spPr>
            <a:ln w="38100">
              <a:solidFill>
                <a:schemeClr val="tx1"/>
              </a:solidFill>
            </a:ln>
          </c:spPr>
          <c:marker>
            <c:symbol val="none"/>
          </c:marker>
          <c:cat>
            <c:numRef>
              <c:f>Sheet1!$B$4:$B$72</c:f>
              <c:numCache>
                <c:formatCode>0.00</c:formatCode>
                <c:ptCount val="69"/>
                <c:pt idx="0">
                  <c:v>-1.2</c:v>
                </c:pt>
                <c:pt idx="1">
                  <c:v>-1.1499999999999999</c:v>
                </c:pt>
                <c:pt idx="2">
                  <c:v>-1.1000000000000001</c:v>
                </c:pt>
                <c:pt idx="3">
                  <c:v>-1.05</c:v>
                </c:pt>
                <c:pt idx="4">
                  <c:v>-1</c:v>
                </c:pt>
                <c:pt idx="5">
                  <c:v>-0.95</c:v>
                </c:pt>
                <c:pt idx="6">
                  <c:v>-0.9</c:v>
                </c:pt>
                <c:pt idx="7">
                  <c:v>-0.85</c:v>
                </c:pt>
                <c:pt idx="8">
                  <c:v>-0.8</c:v>
                </c:pt>
                <c:pt idx="9">
                  <c:v>-0.75</c:v>
                </c:pt>
                <c:pt idx="10">
                  <c:v>-0.7</c:v>
                </c:pt>
                <c:pt idx="11">
                  <c:v>-0.65</c:v>
                </c:pt>
                <c:pt idx="12">
                  <c:v>-0.60000000000000997</c:v>
                </c:pt>
                <c:pt idx="13">
                  <c:v>-0.55000000000001004</c:v>
                </c:pt>
                <c:pt idx="14">
                  <c:v>-0.50000000000000999</c:v>
                </c:pt>
                <c:pt idx="15">
                  <c:v>-0.45000000000001</c:v>
                </c:pt>
                <c:pt idx="16">
                  <c:v>-0.40000000000001001</c:v>
                </c:pt>
                <c:pt idx="17">
                  <c:v>-0.35000000000001003</c:v>
                </c:pt>
                <c:pt idx="18">
                  <c:v>-0.30000000000000998</c:v>
                </c:pt>
                <c:pt idx="19">
                  <c:v>-0.25000000000000999</c:v>
                </c:pt>
                <c:pt idx="20">
                  <c:v>-0.200000000000011</c:v>
                </c:pt>
                <c:pt idx="21">
                  <c:v>-0.15000000000001101</c:v>
                </c:pt>
                <c:pt idx="22">
                  <c:v>-0.100000000000011</c:v>
                </c:pt>
                <c:pt idx="23">
                  <c:v>-5.0000000000010897E-2</c:v>
                </c:pt>
                <c:pt idx="24">
                  <c:v>-1.0991207943788999E-14</c:v>
                </c:pt>
                <c:pt idx="25">
                  <c:v>4.9999999999989102E-2</c:v>
                </c:pt>
                <c:pt idx="26">
                  <c:v>9.9999999999989E-2</c:v>
                </c:pt>
                <c:pt idx="27">
                  <c:v>0.149999999999989</c:v>
                </c:pt>
                <c:pt idx="28">
                  <c:v>0.19999999999998899</c:v>
                </c:pt>
                <c:pt idx="29">
                  <c:v>0.24999999999998901</c:v>
                </c:pt>
                <c:pt idx="30">
                  <c:v>0.299999999999989</c:v>
                </c:pt>
                <c:pt idx="31">
                  <c:v>0.34999999999998899</c:v>
                </c:pt>
                <c:pt idx="32">
                  <c:v>0.39999999999998898</c:v>
                </c:pt>
                <c:pt idx="33">
                  <c:v>0.44999999999999002</c:v>
                </c:pt>
                <c:pt idx="34">
                  <c:v>0.49999999999999001</c:v>
                </c:pt>
                <c:pt idx="35">
                  <c:v>0.54999999999999005</c:v>
                </c:pt>
                <c:pt idx="36">
                  <c:v>0.59999999999998999</c:v>
                </c:pt>
                <c:pt idx="37">
                  <c:v>0.64999999999999003</c:v>
                </c:pt>
                <c:pt idx="38">
                  <c:v>0.69999999999998996</c:v>
                </c:pt>
                <c:pt idx="39">
                  <c:v>0.74999999999999001</c:v>
                </c:pt>
                <c:pt idx="40">
                  <c:v>0.79999999999999005</c:v>
                </c:pt>
                <c:pt idx="41">
                  <c:v>0.84999999999998999</c:v>
                </c:pt>
                <c:pt idx="42">
                  <c:v>0.89999999999999003</c:v>
                </c:pt>
                <c:pt idx="43">
                  <c:v>0.94999999999998996</c:v>
                </c:pt>
                <c:pt idx="44">
                  <c:v>0.99999999999999001</c:v>
                </c:pt>
                <c:pt idx="45">
                  <c:v>1.0499999999999901</c:v>
                </c:pt>
                <c:pt idx="46">
                  <c:v>1.0999999999999901</c:v>
                </c:pt>
                <c:pt idx="47">
                  <c:v>1.1499999999999899</c:v>
                </c:pt>
                <c:pt idx="48">
                  <c:v>1.19999999999999</c:v>
                </c:pt>
                <c:pt idx="49">
                  <c:v>1.24999999999999</c:v>
                </c:pt>
                <c:pt idx="50">
                  <c:v>1.2999999999999901</c:v>
                </c:pt>
                <c:pt idx="51">
                  <c:v>1.3499999999999901</c:v>
                </c:pt>
                <c:pt idx="52">
                  <c:v>1.3999999999999899</c:v>
                </c:pt>
                <c:pt idx="53">
                  <c:v>1.44999999999999</c:v>
                </c:pt>
                <c:pt idx="54">
                  <c:v>1.49999999999999</c:v>
                </c:pt>
                <c:pt idx="55">
                  <c:v>1.5499999999999901</c:v>
                </c:pt>
                <c:pt idx="56">
                  <c:v>1.5999999999999901</c:v>
                </c:pt>
                <c:pt idx="57">
                  <c:v>1.6499999999999899</c:v>
                </c:pt>
                <c:pt idx="58">
                  <c:v>1.69999999999999</c:v>
                </c:pt>
                <c:pt idx="59">
                  <c:v>1.74999999999999</c:v>
                </c:pt>
                <c:pt idx="60">
                  <c:v>1.7999999999999901</c:v>
                </c:pt>
                <c:pt idx="61">
                  <c:v>1.8499999999999901</c:v>
                </c:pt>
                <c:pt idx="62">
                  <c:v>1.8999999999999899</c:v>
                </c:pt>
                <c:pt idx="63">
                  <c:v>1.94999999999999</c:v>
                </c:pt>
                <c:pt idx="64">
                  <c:v>1.99999999999999</c:v>
                </c:pt>
                <c:pt idx="65">
                  <c:v>2.0499999999999901</c:v>
                </c:pt>
                <c:pt idx="66">
                  <c:v>2.1</c:v>
                </c:pt>
                <c:pt idx="67">
                  <c:v>2.1500000000000101</c:v>
                </c:pt>
                <c:pt idx="68">
                  <c:v>2.2000000000000202</c:v>
                </c:pt>
              </c:numCache>
            </c:numRef>
          </c:cat>
          <c:val>
            <c:numRef>
              <c:f>Sheet1!$C$4:$C$72</c:f>
              <c:numCache>
                <c:formatCode>0.00</c:formatCode>
                <c:ptCount val="69"/>
                <c:pt idx="0">
                  <c:v>701.79999999999984</c:v>
                </c:pt>
                <c:pt idx="1">
                  <c:v>615.94812499999978</c:v>
                </c:pt>
                <c:pt idx="2">
                  <c:v>538.02000000000021</c:v>
                </c:pt>
                <c:pt idx="3">
                  <c:v>467.52812499999993</c:v>
                </c:pt>
                <c:pt idx="4">
                  <c:v>404</c:v>
                </c:pt>
                <c:pt idx="5">
                  <c:v>346.97812500000003</c:v>
                </c:pt>
                <c:pt idx="6">
                  <c:v>296.02</c:v>
                </c:pt>
                <c:pt idx="7">
                  <c:v>250.69812499999995</c:v>
                </c:pt>
                <c:pt idx="8">
                  <c:v>210.60000000000008</c:v>
                </c:pt>
                <c:pt idx="9">
                  <c:v>175.328125</c:v>
                </c:pt>
                <c:pt idx="10">
                  <c:v>144.49999999999997</c:v>
                </c:pt>
                <c:pt idx="11">
                  <c:v>117.748125</c:v>
                </c:pt>
                <c:pt idx="12">
                  <c:v>94.720000000004234</c:v>
                </c:pt>
                <c:pt idx="13">
                  <c:v>75.078125000003638</c:v>
                </c:pt>
                <c:pt idx="14">
                  <c:v>58.500000000003027</c:v>
                </c:pt>
                <c:pt idx="15">
                  <c:v>44.678125000002495</c:v>
                </c:pt>
                <c:pt idx="16">
                  <c:v>33.320000000002047</c:v>
                </c:pt>
                <c:pt idx="17">
                  <c:v>24.148125000001635</c:v>
                </c:pt>
                <c:pt idx="18">
                  <c:v>16.900000000001274</c:v>
                </c:pt>
                <c:pt idx="19">
                  <c:v>11.328125000000961</c:v>
                </c:pt>
                <c:pt idx="20">
                  <c:v>7.2000000000007649</c:v>
                </c:pt>
                <c:pt idx="21">
                  <c:v>4.2981250000005193</c:v>
                </c:pt>
                <c:pt idx="22">
                  <c:v>2.4200000000003143</c:v>
                </c:pt>
                <c:pt idx="23">
                  <c:v>1.3781250000001488</c:v>
                </c:pt>
                <c:pt idx="24">
                  <c:v>1.0000000000000222</c:v>
                </c:pt>
                <c:pt idx="25">
                  <c:v>1.1281249999999277</c:v>
                </c:pt>
                <c:pt idx="26">
                  <c:v>1.6199999999998613</c:v>
                </c:pt>
                <c:pt idx="27">
                  <c:v>2.3481249999998228</c:v>
                </c:pt>
                <c:pt idx="28">
                  <c:v>3.1999999999998066</c:v>
                </c:pt>
                <c:pt idx="29">
                  <c:v>4.0781249999998099</c:v>
                </c:pt>
                <c:pt idx="30">
                  <c:v>4.8999999999998298</c:v>
                </c:pt>
                <c:pt idx="31">
                  <c:v>5.5981249999998646</c:v>
                </c:pt>
                <c:pt idx="32">
                  <c:v>6.1199999999999068</c:v>
                </c:pt>
                <c:pt idx="33">
                  <c:v>6.4281249999999615</c:v>
                </c:pt>
                <c:pt idx="34">
                  <c:v>6.5000000000000098</c:v>
                </c:pt>
                <c:pt idx="35">
                  <c:v>6.3281250000000577</c:v>
                </c:pt>
                <c:pt idx="36">
                  <c:v>5.9200000000001038</c:v>
                </c:pt>
                <c:pt idx="37">
                  <c:v>5.2981250000001427</c:v>
                </c:pt>
                <c:pt idx="38">
                  <c:v>4.500000000000175</c:v>
                </c:pt>
                <c:pt idx="39">
                  <c:v>3.5781250000001923</c:v>
                </c:pt>
                <c:pt idx="40">
                  <c:v>2.6000000000001928</c:v>
                </c:pt>
                <c:pt idx="41">
                  <c:v>1.6481250000001828</c:v>
                </c:pt>
                <c:pt idx="42">
                  <c:v>0.82000000000014528</c:v>
                </c:pt>
                <c:pt idx="43">
                  <c:v>0.22812500000008631</c:v>
                </c:pt>
                <c:pt idx="44">
                  <c:v>1.0083861040020465E-26</c:v>
                </c:pt>
                <c:pt idx="45">
                  <c:v>0.27812499999988466</c:v>
                </c:pt>
                <c:pt idx="46">
                  <c:v>1.2199999999997362</c:v>
                </c:pt>
                <c:pt idx="47">
                  <c:v>2.9981249999995483</c:v>
                </c:pt>
                <c:pt idx="48">
                  <c:v>5.7999999999993239</c:v>
                </c:pt>
                <c:pt idx="49">
                  <c:v>9.8281249999990639</c:v>
                </c:pt>
                <c:pt idx="50">
                  <c:v>15.299999999998757</c:v>
                </c:pt>
                <c:pt idx="51">
                  <c:v>22.448124999998409</c:v>
                </c:pt>
                <c:pt idx="52">
                  <c:v>31.519999999997957</c:v>
                </c:pt>
                <c:pt idx="53">
                  <c:v>42.778124999997488</c:v>
                </c:pt>
                <c:pt idx="54">
                  <c:v>56.499999999996966</c:v>
                </c:pt>
                <c:pt idx="55">
                  <c:v>72.978124999996439</c:v>
                </c:pt>
                <c:pt idx="56">
                  <c:v>92.519999999995846</c:v>
                </c:pt>
                <c:pt idx="57">
                  <c:v>115.44812499999504</c:v>
                </c:pt>
                <c:pt idx="58">
                  <c:v>142.09999999999425</c:v>
                </c:pt>
                <c:pt idx="59">
                  <c:v>172.82812499999341</c:v>
                </c:pt>
                <c:pt idx="60">
                  <c:v>207.99999999999255</c:v>
                </c:pt>
                <c:pt idx="61">
                  <c:v>247.9981249999916</c:v>
                </c:pt>
                <c:pt idx="62">
                  <c:v>293.21999999999036</c:v>
                </c:pt>
                <c:pt idx="63">
                  <c:v>344.07812499998914</c:v>
                </c:pt>
                <c:pt idx="64">
                  <c:v>400.99999999998806</c:v>
                </c:pt>
                <c:pt idx="65">
                  <c:v>464.42812499998649</c:v>
                </c:pt>
                <c:pt idx="66">
                  <c:v>534.82000000000005</c:v>
                </c:pt>
                <c:pt idx="67">
                  <c:v>612.64812500001631</c:v>
                </c:pt>
                <c:pt idx="68">
                  <c:v>698.40000000003636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1EC2-42FD-ABA9-BF5C4732CE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940160"/>
        <c:axId val="110942464"/>
      </c:lineChart>
      <c:catAx>
        <c:axId val="1109401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aseline="0"/>
                </a:pPr>
                <a:r>
                  <a:rPr lang="en-US" sz="1100" baseline="0" dirty="0"/>
                  <a:t>x</a:t>
                </a:r>
              </a:p>
            </c:rich>
          </c:tx>
          <c:layout>
            <c:manualLayout>
              <c:xMode val="edge"/>
              <c:yMode val="edge"/>
              <c:x val="0.90208915868426176"/>
              <c:y val="0.88148541214956821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110942464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110942464"/>
        <c:scaling>
          <c:orientation val="minMax"/>
          <c:max val="16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GB" sz="1100" baseline="0" dirty="0"/>
                  <a:t>f(x</a:t>
                </a:r>
                <a:r>
                  <a:rPr lang="en-GB" dirty="0"/>
                  <a:t>)</a:t>
                </a:r>
              </a:p>
            </c:rich>
          </c:tx>
          <c:layout>
            <c:manualLayout>
              <c:xMode val="edge"/>
              <c:yMode val="edge"/>
              <c:x val="0.42545321400472247"/>
              <c:y val="3.3844573776104073E-2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110940160"/>
        <c:crossesAt val="41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7228869497157294E-2"/>
          <c:y val="5.8466278671687778E-2"/>
          <c:w val="0.90995307031462458"/>
          <c:h val="0.79407699037620294"/>
        </c:manualLayout>
      </c:layout>
      <c:lineChart>
        <c:grouping val="standard"/>
        <c:varyColors val="0"/>
        <c:ser>
          <c:idx val="1"/>
          <c:order val="0"/>
          <c:spPr>
            <a:ln w="38100">
              <a:solidFill>
                <a:schemeClr val="tx1"/>
              </a:solidFill>
            </a:ln>
          </c:spPr>
          <c:marker>
            <c:symbol val="none"/>
          </c:marker>
          <c:cat>
            <c:numRef>
              <c:f>Sheet1!$B$4:$B$231</c:f>
              <c:numCache>
                <c:formatCode>0.00</c:formatCode>
                <c:ptCount val="228"/>
                <c:pt idx="0">
                  <c:v>-73</c:v>
                </c:pt>
                <c:pt idx="1">
                  <c:v>-72</c:v>
                </c:pt>
                <c:pt idx="2">
                  <c:v>-71</c:v>
                </c:pt>
                <c:pt idx="3">
                  <c:v>-70</c:v>
                </c:pt>
                <c:pt idx="4">
                  <c:v>-69</c:v>
                </c:pt>
                <c:pt idx="5">
                  <c:v>-68</c:v>
                </c:pt>
                <c:pt idx="6">
                  <c:v>-67</c:v>
                </c:pt>
                <c:pt idx="7">
                  <c:v>-66</c:v>
                </c:pt>
                <c:pt idx="8">
                  <c:v>-65</c:v>
                </c:pt>
                <c:pt idx="9">
                  <c:v>-64</c:v>
                </c:pt>
                <c:pt idx="10">
                  <c:v>-63</c:v>
                </c:pt>
                <c:pt idx="11">
                  <c:v>-62</c:v>
                </c:pt>
                <c:pt idx="12">
                  <c:v>-61</c:v>
                </c:pt>
                <c:pt idx="13">
                  <c:v>-60</c:v>
                </c:pt>
                <c:pt idx="14">
                  <c:v>-59</c:v>
                </c:pt>
                <c:pt idx="15">
                  <c:v>-58</c:v>
                </c:pt>
                <c:pt idx="16">
                  <c:v>-57</c:v>
                </c:pt>
                <c:pt idx="17">
                  <c:v>-56</c:v>
                </c:pt>
                <c:pt idx="18">
                  <c:v>-55</c:v>
                </c:pt>
                <c:pt idx="19">
                  <c:v>-54</c:v>
                </c:pt>
                <c:pt idx="20">
                  <c:v>-53</c:v>
                </c:pt>
                <c:pt idx="21">
                  <c:v>-52</c:v>
                </c:pt>
                <c:pt idx="22">
                  <c:v>-51</c:v>
                </c:pt>
                <c:pt idx="23">
                  <c:v>-50</c:v>
                </c:pt>
                <c:pt idx="24">
                  <c:v>-49</c:v>
                </c:pt>
                <c:pt idx="25">
                  <c:v>-48</c:v>
                </c:pt>
                <c:pt idx="26">
                  <c:v>-47</c:v>
                </c:pt>
                <c:pt idx="27">
                  <c:v>-46</c:v>
                </c:pt>
                <c:pt idx="28">
                  <c:v>-45</c:v>
                </c:pt>
                <c:pt idx="29">
                  <c:v>-44</c:v>
                </c:pt>
                <c:pt idx="30">
                  <c:v>-43</c:v>
                </c:pt>
                <c:pt idx="31">
                  <c:v>-42</c:v>
                </c:pt>
                <c:pt idx="32">
                  <c:v>-41</c:v>
                </c:pt>
                <c:pt idx="33">
                  <c:v>-40</c:v>
                </c:pt>
                <c:pt idx="34">
                  <c:v>-39</c:v>
                </c:pt>
                <c:pt idx="35">
                  <c:v>-38</c:v>
                </c:pt>
                <c:pt idx="36">
                  <c:v>-37</c:v>
                </c:pt>
                <c:pt idx="37">
                  <c:v>-36</c:v>
                </c:pt>
                <c:pt idx="38">
                  <c:v>-35</c:v>
                </c:pt>
                <c:pt idx="39">
                  <c:v>-34</c:v>
                </c:pt>
                <c:pt idx="40">
                  <c:v>-33</c:v>
                </c:pt>
                <c:pt idx="41">
                  <c:v>-32</c:v>
                </c:pt>
                <c:pt idx="42">
                  <c:v>-31</c:v>
                </c:pt>
                <c:pt idx="43">
                  <c:v>-30</c:v>
                </c:pt>
                <c:pt idx="44">
                  <c:v>-29</c:v>
                </c:pt>
                <c:pt idx="45">
                  <c:v>-28</c:v>
                </c:pt>
                <c:pt idx="46">
                  <c:v>-27</c:v>
                </c:pt>
                <c:pt idx="47">
                  <c:v>-26</c:v>
                </c:pt>
                <c:pt idx="48">
                  <c:v>-25</c:v>
                </c:pt>
                <c:pt idx="49">
                  <c:v>-24</c:v>
                </c:pt>
                <c:pt idx="50">
                  <c:v>-23</c:v>
                </c:pt>
                <c:pt idx="51">
                  <c:v>-22</c:v>
                </c:pt>
                <c:pt idx="52">
                  <c:v>-21</c:v>
                </c:pt>
                <c:pt idx="53">
                  <c:v>-20</c:v>
                </c:pt>
                <c:pt idx="54">
                  <c:v>-19</c:v>
                </c:pt>
                <c:pt idx="55">
                  <c:v>-18</c:v>
                </c:pt>
                <c:pt idx="56">
                  <c:v>-17</c:v>
                </c:pt>
                <c:pt idx="57">
                  <c:v>-16</c:v>
                </c:pt>
                <c:pt idx="58">
                  <c:v>-15</c:v>
                </c:pt>
                <c:pt idx="59">
                  <c:v>-14</c:v>
                </c:pt>
                <c:pt idx="60">
                  <c:v>-13</c:v>
                </c:pt>
                <c:pt idx="61">
                  <c:v>-12</c:v>
                </c:pt>
                <c:pt idx="62">
                  <c:v>-11</c:v>
                </c:pt>
                <c:pt idx="63">
                  <c:v>-10</c:v>
                </c:pt>
                <c:pt idx="64">
                  <c:v>-9</c:v>
                </c:pt>
                <c:pt idx="65">
                  <c:v>-8</c:v>
                </c:pt>
                <c:pt idx="66">
                  <c:v>-7</c:v>
                </c:pt>
                <c:pt idx="67">
                  <c:v>-6</c:v>
                </c:pt>
                <c:pt idx="68">
                  <c:v>-5</c:v>
                </c:pt>
                <c:pt idx="69">
                  <c:v>-4</c:v>
                </c:pt>
                <c:pt idx="70">
                  <c:v>-3</c:v>
                </c:pt>
                <c:pt idx="71">
                  <c:v>-2</c:v>
                </c:pt>
                <c:pt idx="72">
                  <c:v>-1</c:v>
                </c:pt>
                <c:pt idx="73">
                  <c:v>0</c:v>
                </c:pt>
                <c:pt idx="74">
                  <c:v>1</c:v>
                </c:pt>
                <c:pt idx="75">
                  <c:v>2</c:v>
                </c:pt>
                <c:pt idx="76">
                  <c:v>3</c:v>
                </c:pt>
                <c:pt idx="77">
                  <c:v>4</c:v>
                </c:pt>
                <c:pt idx="78">
                  <c:v>5</c:v>
                </c:pt>
                <c:pt idx="79">
                  <c:v>6</c:v>
                </c:pt>
                <c:pt idx="80">
                  <c:v>7</c:v>
                </c:pt>
                <c:pt idx="81">
                  <c:v>8</c:v>
                </c:pt>
                <c:pt idx="82">
                  <c:v>9</c:v>
                </c:pt>
                <c:pt idx="83">
                  <c:v>10</c:v>
                </c:pt>
                <c:pt idx="84">
                  <c:v>11</c:v>
                </c:pt>
                <c:pt idx="85">
                  <c:v>12</c:v>
                </c:pt>
                <c:pt idx="86">
                  <c:v>13</c:v>
                </c:pt>
                <c:pt idx="87">
                  <c:v>14</c:v>
                </c:pt>
                <c:pt idx="88">
                  <c:v>15</c:v>
                </c:pt>
                <c:pt idx="89">
                  <c:v>16</c:v>
                </c:pt>
                <c:pt idx="90">
                  <c:v>17</c:v>
                </c:pt>
                <c:pt idx="91">
                  <c:v>18</c:v>
                </c:pt>
                <c:pt idx="92">
                  <c:v>19</c:v>
                </c:pt>
                <c:pt idx="93">
                  <c:v>20</c:v>
                </c:pt>
                <c:pt idx="94">
                  <c:v>21</c:v>
                </c:pt>
                <c:pt idx="95">
                  <c:v>22</c:v>
                </c:pt>
                <c:pt idx="96">
                  <c:v>23</c:v>
                </c:pt>
                <c:pt idx="97">
                  <c:v>24</c:v>
                </c:pt>
                <c:pt idx="98">
                  <c:v>25</c:v>
                </c:pt>
                <c:pt idx="99">
                  <c:v>26</c:v>
                </c:pt>
                <c:pt idx="100">
                  <c:v>27</c:v>
                </c:pt>
                <c:pt idx="101">
                  <c:v>28</c:v>
                </c:pt>
                <c:pt idx="102">
                  <c:v>29</c:v>
                </c:pt>
                <c:pt idx="103">
                  <c:v>30</c:v>
                </c:pt>
                <c:pt idx="104">
                  <c:v>31</c:v>
                </c:pt>
                <c:pt idx="105">
                  <c:v>32</c:v>
                </c:pt>
                <c:pt idx="106">
                  <c:v>33</c:v>
                </c:pt>
                <c:pt idx="107">
                  <c:v>34</c:v>
                </c:pt>
                <c:pt idx="108">
                  <c:v>35</c:v>
                </c:pt>
                <c:pt idx="109">
                  <c:v>36</c:v>
                </c:pt>
                <c:pt idx="110">
                  <c:v>37</c:v>
                </c:pt>
                <c:pt idx="111">
                  <c:v>38</c:v>
                </c:pt>
                <c:pt idx="112">
                  <c:v>39</c:v>
                </c:pt>
                <c:pt idx="113">
                  <c:v>40</c:v>
                </c:pt>
                <c:pt idx="114">
                  <c:v>41</c:v>
                </c:pt>
                <c:pt idx="115">
                  <c:v>42</c:v>
                </c:pt>
                <c:pt idx="116">
                  <c:v>43</c:v>
                </c:pt>
                <c:pt idx="117">
                  <c:v>44</c:v>
                </c:pt>
                <c:pt idx="118">
                  <c:v>45</c:v>
                </c:pt>
                <c:pt idx="119">
                  <c:v>46</c:v>
                </c:pt>
                <c:pt idx="120">
                  <c:v>47</c:v>
                </c:pt>
                <c:pt idx="121">
                  <c:v>48</c:v>
                </c:pt>
                <c:pt idx="122">
                  <c:v>49</c:v>
                </c:pt>
                <c:pt idx="123">
                  <c:v>50</c:v>
                </c:pt>
                <c:pt idx="124">
                  <c:v>51</c:v>
                </c:pt>
                <c:pt idx="125">
                  <c:v>52</c:v>
                </c:pt>
                <c:pt idx="126">
                  <c:v>53</c:v>
                </c:pt>
                <c:pt idx="127">
                  <c:v>54</c:v>
                </c:pt>
                <c:pt idx="128">
                  <c:v>55</c:v>
                </c:pt>
                <c:pt idx="129">
                  <c:v>56</c:v>
                </c:pt>
                <c:pt idx="130">
                  <c:v>57</c:v>
                </c:pt>
                <c:pt idx="131">
                  <c:v>58</c:v>
                </c:pt>
                <c:pt idx="132">
                  <c:v>59</c:v>
                </c:pt>
                <c:pt idx="133">
                  <c:v>60</c:v>
                </c:pt>
                <c:pt idx="134">
                  <c:v>61</c:v>
                </c:pt>
                <c:pt idx="135">
                  <c:v>62</c:v>
                </c:pt>
                <c:pt idx="136">
                  <c:v>63</c:v>
                </c:pt>
                <c:pt idx="137">
                  <c:v>64</c:v>
                </c:pt>
                <c:pt idx="138">
                  <c:v>65</c:v>
                </c:pt>
                <c:pt idx="139">
                  <c:v>66</c:v>
                </c:pt>
                <c:pt idx="140">
                  <c:v>67</c:v>
                </c:pt>
                <c:pt idx="141">
                  <c:v>68</c:v>
                </c:pt>
                <c:pt idx="142">
                  <c:v>69</c:v>
                </c:pt>
                <c:pt idx="143">
                  <c:v>70</c:v>
                </c:pt>
                <c:pt idx="144">
                  <c:v>71</c:v>
                </c:pt>
                <c:pt idx="145">
                  <c:v>72</c:v>
                </c:pt>
                <c:pt idx="146">
                  <c:v>73</c:v>
                </c:pt>
                <c:pt idx="147">
                  <c:v>74</c:v>
                </c:pt>
                <c:pt idx="148">
                  <c:v>75</c:v>
                </c:pt>
                <c:pt idx="149">
                  <c:v>76</c:v>
                </c:pt>
                <c:pt idx="150">
                  <c:v>77</c:v>
                </c:pt>
                <c:pt idx="151">
                  <c:v>78</c:v>
                </c:pt>
                <c:pt idx="152">
                  <c:v>79</c:v>
                </c:pt>
                <c:pt idx="153">
                  <c:v>80</c:v>
                </c:pt>
                <c:pt idx="154">
                  <c:v>81</c:v>
                </c:pt>
                <c:pt idx="155">
                  <c:v>82</c:v>
                </c:pt>
                <c:pt idx="156">
                  <c:v>83</c:v>
                </c:pt>
                <c:pt idx="157">
                  <c:v>84</c:v>
                </c:pt>
                <c:pt idx="158">
                  <c:v>85</c:v>
                </c:pt>
                <c:pt idx="159">
                  <c:v>86</c:v>
                </c:pt>
                <c:pt idx="160">
                  <c:v>87</c:v>
                </c:pt>
                <c:pt idx="161">
                  <c:v>88</c:v>
                </c:pt>
                <c:pt idx="162">
                  <c:v>89</c:v>
                </c:pt>
                <c:pt idx="163">
                  <c:v>90</c:v>
                </c:pt>
                <c:pt idx="164">
                  <c:v>91</c:v>
                </c:pt>
                <c:pt idx="165">
                  <c:v>92</c:v>
                </c:pt>
                <c:pt idx="166">
                  <c:v>93</c:v>
                </c:pt>
                <c:pt idx="167">
                  <c:v>94</c:v>
                </c:pt>
                <c:pt idx="168">
                  <c:v>95</c:v>
                </c:pt>
                <c:pt idx="169">
                  <c:v>96</c:v>
                </c:pt>
                <c:pt idx="170">
                  <c:v>97</c:v>
                </c:pt>
                <c:pt idx="171">
                  <c:v>98</c:v>
                </c:pt>
                <c:pt idx="172">
                  <c:v>99</c:v>
                </c:pt>
                <c:pt idx="173">
                  <c:v>100</c:v>
                </c:pt>
                <c:pt idx="174">
                  <c:v>101</c:v>
                </c:pt>
                <c:pt idx="175">
                  <c:v>102</c:v>
                </c:pt>
                <c:pt idx="176">
                  <c:v>103</c:v>
                </c:pt>
                <c:pt idx="177">
                  <c:v>104</c:v>
                </c:pt>
                <c:pt idx="178">
                  <c:v>105</c:v>
                </c:pt>
                <c:pt idx="179">
                  <c:v>106</c:v>
                </c:pt>
                <c:pt idx="180">
                  <c:v>107</c:v>
                </c:pt>
                <c:pt idx="181">
                  <c:v>108</c:v>
                </c:pt>
                <c:pt idx="182">
                  <c:v>109</c:v>
                </c:pt>
                <c:pt idx="183">
                  <c:v>110</c:v>
                </c:pt>
                <c:pt idx="184">
                  <c:v>111</c:v>
                </c:pt>
                <c:pt idx="185">
                  <c:v>112</c:v>
                </c:pt>
                <c:pt idx="186">
                  <c:v>113</c:v>
                </c:pt>
                <c:pt idx="187">
                  <c:v>114</c:v>
                </c:pt>
                <c:pt idx="188">
                  <c:v>115</c:v>
                </c:pt>
                <c:pt idx="189">
                  <c:v>116</c:v>
                </c:pt>
                <c:pt idx="190">
                  <c:v>117</c:v>
                </c:pt>
                <c:pt idx="191">
                  <c:v>118</c:v>
                </c:pt>
                <c:pt idx="192">
                  <c:v>119</c:v>
                </c:pt>
                <c:pt idx="193">
                  <c:v>120</c:v>
                </c:pt>
                <c:pt idx="194">
                  <c:v>121</c:v>
                </c:pt>
                <c:pt idx="195">
                  <c:v>122</c:v>
                </c:pt>
                <c:pt idx="196">
                  <c:v>123</c:v>
                </c:pt>
                <c:pt idx="197">
                  <c:v>124</c:v>
                </c:pt>
                <c:pt idx="198">
                  <c:v>125</c:v>
                </c:pt>
                <c:pt idx="199">
                  <c:v>126</c:v>
                </c:pt>
                <c:pt idx="200">
                  <c:v>127</c:v>
                </c:pt>
                <c:pt idx="201">
                  <c:v>128</c:v>
                </c:pt>
                <c:pt idx="202">
                  <c:v>129</c:v>
                </c:pt>
                <c:pt idx="203">
                  <c:v>130</c:v>
                </c:pt>
                <c:pt idx="204">
                  <c:v>131</c:v>
                </c:pt>
                <c:pt idx="205">
                  <c:v>132</c:v>
                </c:pt>
                <c:pt idx="206">
                  <c:v>133</c:v>
                </c:pt>
                <c:pt idx="207">
                  <c:v>134</c:v>
                </c:pt>
                <c:pt idx="208">
                  <c:v>135</c:v>
                </c:pt>
                <c:pt idx="209">
                  <c:v>136</c:v>
                </c:pt>
                <c:pt idx="210">
                  <c:v>137</c:v>
                </c:pt>
                <c:pt idx="211">
                  <c:v>138</c:v>
                </c:pt>
                <c:pt idx="212">
                  <c:v>139</c:v>
                </c:pt>
                <c:pt idx="213">
                  <c:v>140</c:v>
                </c:pt>
                <c:pt idx="214">
                  <c:v>141</c:v>
                </c:pt>
                <c:pt idx="215">
                  <c:v>142</c:v>
                </c:pt>
                <c:pt idx="216">
                  <c:v>143</c:v>
                </c:pt>
                <c:pt idx="217">
                  <c:v>144</c:v>
                </c:pt>
                <c:pt idx="218">
                  <c:v>145</c:v>
                </c:pt>
                <c:pt idx="219">
                  <c:v>146</c:v>
                </c:pt>
                <c:pt idx="220">
                  <c:v>147</c:v>
                </c:pt>
                <c:pt idx="221">
                  <c:v>148</c:v>
                </c:pt>
                <c:pt idx="222">
                  <c:v>149</c:v>
                </c:pt>
                <c:pt idx="223">
                  <c:v>150</c:v>
                </c:pt>
                <c:pt idx="224">
                  <c:v>151</c:v>
                </c:pt>
                <c:pt idx="225">
                  <c:v>152</c:v>
                </c:pt>
                <c:pt idx="226">
                  <c:v>153</c:v>
                </c:pt>
                <c:pt idx="227">
                  <c:v>154</c:v>
                </c:pt>
              </c:numCache>
            </c:numRef>
          </c:cat>
          <c:val>
            <c:numRef>
              <c:f>Sheet1!$B$4:$B$231</c:f>
              <c:numCache>
                <c:formatCode>0.00</c:formatCode>
                <c:ptCount val="228"/>
                <c:pt idx="0">
                  <c:v>-73</c:v>
                </c:pt>
                <c:pt idx="1">
                  <c:v>-72</c:v>
                </c:pt>
                <c:pt idx="2">
                  <c:v>-71</c:v>
                </c:pt>
                <c:pt idx="3">
                  <c:v>-70</c:v>
                </c:pt>
                <c:pt idx="4">
                  <c:v>-69</c:v>
                </c:pt>
                <c:pt idx="5">
                  <c:v>-68</c:v>
                </c:pt>
                <c:pt idx="6">
                  <c:v>-67</c:v>
                </c:pt>
                <c:pt idx="7">
                  <c:v>-66</c:v>
                </c:pt>
                <c:pt idx="8">
                  <c:v>-65</c:v>
                </c:pt>
                <c:pt idx="9">
                  <c:v>-64</c:v>
                </c:pt>
                <c:pt idx="10">
                  <c:v>-63</c:v>
                </c:pt>
                <c:pt idx="11">
                  <c:v>-62</c:v>
                </c:pt>
                <c:pt idx="12">
                  <c:v>-61</c:v>
                </c:pt>
                <c:pt idx="13">
                  <c:v>-60</c:v>
                </c:pt>
                <c:pt idx="14">
                  <c:v>-59</c:v>
                </c:pt>
                <c:pt idx="15">
                  <c:v>-58</c:v>
                </c:pt>
                <c:pt idx="16">
                  <c:v>-57</c:v>
                </c:pt>
                <c:pt idx="17">
                  <c:v>-56</c:v>
                </c:pt>
                <c:pt idx="18">
                  <c:v>-55</c:v>
                </c:pt>
                <c:pt idx="19">
                  <c:v>-54</c:v>
                </c:pt>
                <c:pt idx="20">
                  <c:v>-53</c:v>
                </c:pt>
                <c:pt idx="21">
                  <c:v>-52</c:v>
                </c:pt>
                <c:pt idx="22">
                  <c:v>-51</c:v>
                </c:pt>
                <c:pt idx="23">
                  <c:v>-50</c:v>
                </c:pt>
                <c:pt idx="24">
                  <c:v>-49</c:v>
                </c:pt>
                <c:pt idx="25">
                  <c:v>-48</c:v>
                </c:pt>
                <c:pt idx="26">
                  <c:v>-47</c:v>
                </c:pt>
                <c:pt idx="27">
                  <c:v>-46</c:v>
                </c:pt>
                <c:pt idx="28">
                  <c:v>-45</c:v>
                </c:pt>
                <c:pt idx="29">
                  <c:v>-44</c:v>
                </c:pt>
                <c:pt idx="30">
                  <c:v>-43</c:v>
                </c:pt>
                <c:pt idx="31">
                  <c:v>-42</c:v>
                </c:pt>
                <c:pt idx="32">
                  <c:v>-41</c:v>
                </c:pt>
                <c:pt idx="33">
                  <c:v>-40</c:v>
                </c:pt>
                <c:pt idx="34">
                  <c:v>-39</c:v>
                </c:pt>
                <c:pt idx="35">
                  <c:v>-38</c:v>
                </c:pt>
                <c:pt idx="36">
                  <c:v>-37</c:v>
                </c:pt>
                <c:pt idx="37">
                  <c:v>-36</c:v>
                </c:pt>
                <c:pt idx="38">
                  <c:v>-35</c:v>
                </c:pt>
                <c:pt idx="39">
                  <c:v>-34</c:v>
                </c:pt>
                <c:pt idx="40">
                  <c:v>-33</c:v>
                </c:pt>
                <c:pt idx="41">
                  <c:v>-32</c:v>
                </c:pt>
                <c:pt idx="42">
                  <c:v>-31</c:v>
                </c:pt>
                <c:pt idx="43">
                  <c:v>-30</c:v>
                </c:pt>
                <c:pt idx="44">
                  <c:v>-29</c:v>
                </c:pt>
                <c:pt idx="45">
                  <c:v>-28</c:v>
                </c:pt>
                <c:pt idx="46">
                  <c:v>-27</c:v>
                </c:pt>
                <c:pt idx="47">
                  <c:v>-26</c:v>
                </c:pt>
                <c:pt idx="48">
                  <c:v>-25</c:v>
                </c:pt>
                <c:pt idx="49">
                  <c:v>-24</c:v>
                </c:pt>
                <c:pt idx="50">
                  <c:v>-23</c:v>
                </c:pt>
                <c:pt idx="51">
                  <c:v>-22</c:v>
                </c:pt>
                <c:pt idx="52">
                  <c:v>-21</c:v>
                </c:pt>
                <c:pt idx="53">
                  <c:v>-20</c:v>
                </c:pt>
                <c:pt idx="54">
                  <c:v>-19</c:v>
                </c:pt>
                <c:pt idx="55">
                  <c:v>-18</c:v>
                </c:pt>
                <c:pt idx="56">
                  <c:v>-17</c:v>
                </c:pt>
                <c:pt idx="57">
                  <c:v>-16</c:v>
                </c:pt>
                <c:pt idx="58">
                  <c:v>-15</c:v>
                </c:pt>
                <c:pt idx="59">
                  <c:v>-14</c:v>
                </c:pt>
                <c:pt idx="60">
                  <c:v>-13</c:v>
                </c:pt>
                <c:pt idx="61">
                  <c:v>-12</c:v>
                </c:pt>
                <c:pt idx="62">
                  <c:v>-11</c:v>
                </c:pt>
                <c:pt idx="63">
                  <c:v>-10</c:v>
                </c:pt>
                <c:pt idx="64">
                  <c:v>-9</c:v>
                </c:pt>
                <c:pt idx="65">
                  <c:v>-8</c:v>
                </c:pt>
                <c:pt idx="66">
                  <c:v>-7</c:v>
                </c:pt>
                <c:pt idx="67">
                  <c:v>-6</c:v>
                </c:pt>
                <c:pt idx="68">
                  <c:v>-5</c:v>
                </c:pt>
                <c:pt idx="69">
                  <c:v>-4</c:v>
                </c:pt>
                <c:pt idx="70">
                  <c:v>-3</c:v>
                </c:pt>
                <c:pt idx="71">
                  <c:v>-2</c:v>
                </c:pt>
                <c:pt idx="72">
                  <c:v>-1</c:v>
                </c:pt>
                <c:pt idx="73">
                  <c:v>0</c:v>
                </c:pt>
                <c:pt idx="74">
                  <c:v>1</c:v>
                </c:pt>
                <c:pt idx="75">
                  <c:v>2</c:v>
                </c:pt>
                <c:pt idx="76">
                  <c:v>3</c:v>
                </c:pt>
                <c:pt idx="77">
                  <c:v>4</c:v>
                </c:pt>
                <c:pt idx="78">
                  <c:v>5</c:v>
                </c:pt>
                <c:pt idx="79">
                  <c:v>6</c:v>
                </c:pt>
                <c:pt idx="80">
                  <c:v>7</c:v>
                </c:pt>
                <c:pt idx="81">
                  <c:v>8</c:v>
                </c:pt>
                <c:pt idx="82">
                  <c:v>9</c:v>
                </c:pt>
                <c:pt idx="83">
                  <c:v>10</c:v>
                </c:pt>
                <c:pt idx="84">
                  <c:v>11</c:v>
                </c:pt>
                <c:pt idx="85">
                  <c:v>12</c:v>
                </c:pt>
                <c:pt idx="86">
                  <c:v>13</c:v>
                </c:pt>
                <c:pt idx="87">
                  <c:v>14</c:v>
                </c:pt>
                <c:pt idx="88">
                  <c:v>15</c:v>
                </c:pt>
                <c:pt idx="89">
                  <c:v>16</c:v>
                </c:pt>
                <c:pt idx="90">
                  <c:v>17</c:v>
                </c:pt>
                <c:pt idx="91">
                  <c:v>18</c:v>
                </c:pt>
                <c:pt idx="92">
                  <c:v>19</c:v>
                </c:pt>
                <c:pt idx="93">
                  <c:v>20</c:v>
                </c:pt>
                <c:pt idx="94">
                  <c:v>21</c:v>
                </c:pt>
                <c:pt idx="95">
                  <c:v>22</c:v>
                </c:pt>
                <c:pt idx="96">
                  <c:v>23</c:v>
                </c:pt>
                <c:pt idx="97">
                  <c:v>24</c:v>
                </c:pt>
                <c:pt idx="98">
                  <c:v>25</c:v>
                </c:pt>
                <c:pt idx="99">
                  <c:v>26</c:v>
                </c:pt>
                <c:pt idx="100">
                  <c:v>27</c:v>
                </c:pt>
                <c:pt idx="101">
                  <c:v>28</c:v>
                </c:pt>
                <c:pt idx="102">
                  <c:v>29</c:v>
                </c:pt>
                <c:pt idx="103">
                  <c:v>30</c:v>
                </c:pt>
                <c:pt idx="104">
                  <c:v>31</c:v>
                </c:pt>
                <c:pt idx="105">
                  <c:v>32</c:v>
                </c:pt>
                <c:pt idx="106">
                  <c:v>33</c:v>
                </c:pt>
                <c:pt idx="107">
                  <c:v>34</c:v>
                </c:pt>
                <c:pt idx="108">
                  <c:v>35</c:v>
                </c:pt>
                <c:pt idx="109">
                  <c:v>36</c:v>
                </c:pt>
                <c:pt idx="110">
                  <c:v>37</c:v>
                </c:pt>
                <c:pt idx="111">
                  <c:v>38</c:v>
                </c:pt>
                <c:pt idx="112">
                  <c:v>39</c:v>
                </c:pt>
                <c:pt idx="113">
                  <c:v>40</c:v>
                </c:pt>
                <c:pt idx="114">
                  <c:v>41</c:v>
                </c:pt>
                <c:pt idx="115">
                  <c:v>42</c:v>
                </c:pt>
                <c:pt idx="116">
                  <c:v>43</c:v>
                </c:pt>
                <c:pt idx="117">
                  <c:v>44</c:v>
                </c:pt>
                <c:pt idx="118">
                  <c:v>45</c:v>
                </c:pt>
                <c:pt idx="119">
                  <c:v>46</c:v>
                </c:pt>
                <c:pt idx="120">
                  <c:v>47</c:v>
                </c:pt>
                <c:pt idx="121">
                  <c:v>48</c:v>
                </c:pt>
                <c:pt idx="122">
                  <c:v>49</c:v>
                </c:pt>
                <c:pt idx="123">
                  <c:v>50</c:v>
                </c:pt>
                <c:pt idx="124">
                  <c:v>51</c:v>
                </c:pt>
                <c:pt idx="125">
                  <c:v>52</c:v>
                </c:pt>
                <c:pt idx="126">
                  <c:v>53</c:v>
                </c:pt>
                <c:pt idx="127">
                  <c:v>54</c:v>
                </c:pt>
                <c:pt idx="128">
                  <c:v>55</c:v>
                </c:pt>
                <c:pt idx="129">
                  <c:v>56</c:v>
                </c:pt>
                <c:pt idx="130">
                  <c:v>57</c:v>
                </c:pt>
                <c:pt idx="131">
                  <c:v>58</c:v>
                </c:pt>
                <c:pt idx="132">
                  <c:v>59</c:v>
                </c:pt>
                <c:pt idx="133">
                  <c:v>60</c:v>
                </c:pt>
                <c:pt idx="134">
                  <c:v>61</c:v>
                </c:pt>
                <c:pt idx="135">
                  <c:v>62</c:v>
                </c:pt>
                <c:pt idx="136">
                  <c:v>63</c:v>
                </c:pt>
                <c:pt idx="137">
                  <c:v>64</c:v>
                </c:pt>
                <c:pt idx="138">
                  <c:v>65</c:v>
                </c:pt>
                <c:pt idx="139">
                  <c:v>66</c:v>
                </c:pt>
                <c:pt idx="140">
                  <c:v>67</c:v>
                </c:pt>
                <c:pt idx="141">
                  <c:v>68</c:v>
                </c:pt>
                <c:pt idx="142">
                  <c:v>69</c:v>
                </c:pt>
                <c:pt idx="143">
                  <c:v>70</c:v>
                </c:pt>
                <c:pt idx="144">
                  <c:v>71</c:v>
                </c:pt>
                <c:pt idx="145">
                  <c:v>72</c:v>
                </c:pt>
                <c:pt idx="146">
                  <c:v>73</c:v>
                </c:pt>
                <c:pt idx="147">
                  <c:v>74</c:v>
                </c:pt>
                <c:pt idx="148">
                  <c:v>75</c:v>
                </c:pt>
                <c:pt idx="149">
                  <c:v>76</c:v>
                </c:pt>
                <c:pt idx="150">
                  <c:v>77</c:v>
                </c:pt>
                <c:pt idx="151">
                  <c:v>78</c:v>
                </c:pt>
                <c:pt idx="152">
                  <c:v>79</c:v>
                </c:pt>
                <c:pt idx="153">
                  <c:v>80</c:v>
                </c:pt>
                <c:pt idx="154">
                  <c:v>81</c:v>
                </c:pt>
                <c:pt idx="155">
                  <c:v>82</c:v>
                </c:pt>
                <c:pt idx="156">
                  <c:v>83</c:v>
                </c:pt>
                <c:pt idx="157">
                  <c:v>84</c:v>
                </c:pt>
                <c:pt idx="158">
                  <c:v>85</c:v>
                </c:pt>
                <c:pt idx="159">
                  <c:v>86</c:v>
                </c:pt>
                <c:pt idx="160">
                  <c:v>87</c:v>
                </c:pt>
                <c:pt idx="161">
                  <c:v>88</c:v>
                </c:pt>
                <c:pt idx="162">
                  <c:v>89</c:v>
                </c:pt>
                <c:pt idx="163">
                  <c:v>90</c:v>
                </c:pt>
                <c:pt idx="164">
                  <c:v>91</c:v>
                </c:pt>
                <c:pt idx="165">
                  <c:v>92</c:v>
                </c:pt>
                <c:pt idx="166">
                  <c:v>93</c:v>
                </c:pt>
                <c:pt idx="167">
                  <c:v>94</c:v>
                </c:pt>
                <c:pt idx="168">
                  <c:v>95</c:v>
                </c:pt>
                <c:pt idx="169">
                  <c:v>96</c:v>
                </c:pt>
                <c:pt idx="170">
                  <c:v>97</c:v>
                </c:pt>
                <c:pt idx="171">
                  <c:v>98</c:v>
                </c:pt>
                <c:pt idx="172">
                  <c:v>99</c:v>
                </c:pt>
                <c:pt idx="173">
                  <c:v>100</c:v>
                </c:pt>
                <c:pt idx="174">
                  <c:v>101</c:v>
                </c:pt>
                <c:pt idx="175">
                  <c:v>102</c:v>
                </c:pt>
                <c:pt idx="176">
                  <c:v>103</c:v>
                </c:pt>
                <c:pt idx="177">
                  <c:v>104</c:v>
                </c:pt>
                <c:pt idx="178">
                  <c:v>105</c:v>
                </c:pt>
                <c:pt idx="179">
                  <c:v>106</c:v>
                </c:pt>
                <c:pt idx="180">
                  <c:v>107</c:v>
                </c:pt>
                <c:pt idx="181">
                  <c:v>108</c:v>
                </c:pt>
                <c:pt idx="182">
                  <c:v>109</c:v>
                </c:pt>
                <c:pt idx="183">
                  <c:v>110</c:v>
                </c:pt>
                <c:pt idx="184">
                  <c:v>111</c:v>
                </c:pt>
                <c:pt idx="185">
                  <c:v>112</c:v>
                </c:pt>
                <c:pt idx="186">
                  <c:v>113</c:v>
                </c:pt>
                <c:pt idx="187">
                  <c:v>114</c:v>
                </c:pt>
                <c:pt idx="188">
                  <c:v>115</c:v>
                </c:pt>
                <c:pt idx="189">
                  <c:v>116</c:v>
                </c:pt>
                <c:pt idx="190">
                  <c:v>117</c:v>
                </c:pt>
                <c:pt idx="191">
                  <c:v>118</c:v>
                </c:pt>
                <c:pt idx="192">
                  <c:v>119</c:v>
                </c:pt>
                <c:pt idx="193">
                  <c:v>120</c:v>
                </c:pt>
                <c:pt idx="194">
                  <c:v>121</c:v>
                </c:pt>
                <c:pt idx="195">
                  <c:v>122</c:v>
                </c:pt>
                <c:pt idx="196">
                  <c:v>123</c:v>
                </c:pt>
                <c:pt idx="197">
                  <c:v>124</c:v>
                </c:pt>
                <c:pt idx="198">
                  <c:v>125</c:v>
                </c:pt>
                <c:pt idx="199">
                  <c:v>126</c:v>
                </c:pt>
                <c:pt idx="200">
                  <c:v>127</c:v>
                </c:pt>
                <c:pt idx="201">
                  <c:v>128</c:v>
                </c:pt>
                <c:pt idx="202">
                  <c:v>129</c:v>
                </c:pt>
                <c:pt idx="203">
                  <c:v>130</c:v>
                </c:pt>
                <c:pt idx="204">
                  <c:v>131</c:v>
                </c:pt>
                <c:pt idx="205">
                  <c:v>132</c:v>
                </c:pt>
                <c:pt idx="206">
                  <c:v>133</c:v>
                </c:pt>
                <c:pt idx="207">
                  <c:v>134</c:v>
                </c:pt>
                <c:pt idx="208">
                  <c:v>135</c:v>
                </c:pt>
                <c:pt idx="209">
                  <c:v>136</c:v>
                </c:pt>
                <c:pt idx="210">
                  <c:v>137</c:v>
                </c:pt>
                <c:pt idx="211">
                  <c:v>138</c:v>
                </c:pt>
                <c:pt idx="212">
                  <c:v>139</c:v>
                </c:pt>
                <c:pt idx="213">
                  <c:v>140</c:v>
                </c:pt>
                <c:pt idx="214">
                  <c:v>141</c:v>
                </c:pt>
                <c:pt idx="215">
                  <c:v>142</c:v>
                </c:pt>
                <c:pt idx="216">
                  <c:v>143</c:v>
                </c:pt>
                <c:pt idx="217">
                  <c:v>144</c:v>
                </c:pt>
                <c:pt idx="218">
                  <c:v>145</c:v>
                </c:pt>
                <c:pt idx="219">
                  <c:v>146</c:v>
                </c:pt>
                <c:pt idx="220">
                  <c:v>147</c:v>
                </c:pt>
                <c:pt idx="221">
                  <c:v>148</c:v>
                </c:pt>
                <c:pt idx="222">
                  <c:v>149</c:v>
                </c:pt>
                <c:pt idx="223">
                  <c:v>150</c:v>
                </c:pt>
                <c:pt idx="224">
                  <c:v>151</c:v>
                </c:pt>
                <c:pt idx="225">
                  <c:v>152</c:v>
                </c:pt>
                <c:pt idx="226">
                  <c:v>153</c:v>
                </c:pt>
                <c:pt idx="227">
                  <c:v>154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2589-4691-815B-473DF6632D26}"/>
            </c:ext>
          </c:extLst>
        </c:ser>
        <c:ser>
          <c:idx val="0"/>
          <c:order val="1"/>
          <c:spPr>
            <a:ln w="38100">
              <a:solidFill>
                <a:schemeClr val="tx1"/>
              </a:solidFill>
            </a:ln>
          </c:spPr>
          <c:marker>
            <c:symbol val="none"/>
          </c:marker>
          <c:cat>
            <c:numRef>
              <c:f>Sheet1!$B$4:$B$231</c:f>
              <c:numCache>
                <c:formatCode>0.00</c:formatCode>
                <c:ptCount val="228"/>
                <c:pt idx="0">
                  <c:v>-73</c:v>
                </c:pt>
                <c:pt idx="1">
                  <c:v>-72</c:v>
                </c:pt>
                <c:pt idx="2">
                  <c:v>-71</c:v>
                </c:pt>
                <c:pt idx="3">
                  <c:v>-70</c:v>
                </c:pt>
                <c:pt idx="4">
                  <c:v>-69</c:v>
                </c:pt>
                <c:pt idx="5">
                  <c:v>-68</c:v>
                </c:pt>
                <c:pt idx="6">
                  <c:v>-67</c:v>
                </c:pt>
                <c:pt idx="7">
                  <c:v>-66</c:v>
                </c:pt>
                <c:pt idx="8">
                  <c:v>-65</c:v>
                </c:pt>
                <c:pt idx="9">
                  <c:v>-64</c:v>
                </c:pt>
                <c:pt idx="10">
                  <c:v>-63</c:v>
                </c:pt>
                <c:pt idx="11">
                  <c:v>-62</c:v>
                </c:pt>
                <c:pt idx="12">
                  <c:v>-61</c:v>
                </c:pt>
                <c:pt idx="13">
                  <c:v>-60</c:v>
                </c:pt>
                <c:pt idx="14">
                  <c:v>-59</c:v>
                </c:pt>
                <c:pt idx="15">
                  <c:v>-58</c:v>
                </c:pt>
                <c:pt idx="16">
                  <c:v>-57</c:v>
                </c:pt>
                <c:pt idx="17">
                  <c:v>-56</c:v>
                </c:pt>
                <c:pt idx="18">
                  <c:v>-55</c:v>
                </c:pt>
                <c:pt idx="19">
                  <c:v>-54</c:v>
                </c:pt>
                <c:pt idx="20">
                  <c:v>-53</c:v>
                </c:pt>
                <c:pt idx="21">
                  <c:v>-52</c:v>
                </c:pt>
                <c:pt idx="22">
                  <c:v>-51</c:v>
                </c:pt>
                <c:pt idx="23">
                  <c:v>-50</c:v>
                </c:pt>
                <c:pt idx="24">
                  <c:v>-49</c:v>
                </c:pt>
                <c:pt idx="25">
                  <c:v>-48</c:v>
                </c:pt>
                <c:pt idx="26">
                  <c:v>-47</c:v>
                </c:pt>
                <c:pt idx="27">
                  <c:v>-46</c:v>
                </c:pt>
                <c:pt idx="28">
                  <c:v>-45</c:v>
                </c:pt>
                <c:pt idx="29">
                  <c:v>-44</c:v>
                </c:pt>
                <c:pt idx="30">
                  <c:v>-43</c:v>
                </c:pt>
                <c:pt idx="31">
                  <c:v>-42</c:v>
                </c:pt>
                <c:pt idx="32">
                  <c:v>-41</c:v>
                </c:pt>
                <c:pt idx="33">
                  <c:v>-40</c:v>
                </c:pt>
                <c:pt idx="34">
                  <c:v>-39</c:v>
                </c:pt>
                <c:pt idx="35">
                  <c:v>-38</c:v>
                </c:pt>
                <c:pt idx="36">
                  <c:v>-37</c:v>
                </c:pt>
                <c:pt idx="37">
                  <c:v>-36</c:v>
                </c:pt>
                <c:pt idx="38">
                  <c:v>-35</c:v>
                </c:pt>
                <c:pt idx="39">
                  <c:v>-34</c:v>
                </c:pt>
                <c:pt idx="40">
                  <c:v>-33</c:v>
                </c:pt>
                <c:pt idx="41">
                  <c:v>-32</c:v>
                </c:pt>
                <c:pt idx="42">
                  <c:v>-31</c:v>
                </c:pt>
                <c:pt idx="43">
                  <c:v>-30</c:v>
                </c:pt>
                <c:pt idx="44">
                  <c:v>-29</c:v>
                </c:pt>
                <c:pt idx="45">
                  <c:v>-28</c:v>
                </c:pt>
                <c:pt idx="46">
                  <c:v>-27</c:v>
                </c:pt>
                <c:pt idx="47">
                  <c:v>-26</c:v>
                </c:pt>
                <c:pt idx="48">
                  <c:v>-25</c:v>
                </c:pt>
                <c:pt idx="49">
                  <c:v>-24</c:v>
                </c:pt>
                <c:pt idx="50">
                  <c:v>-23</c:v>
                </c:pt>
                <c:pt idx="51">
                  <c:v>-22</c:v>
                </c:pt>
                <c:pt idx="52">
                  <c:v>-21</c:v>
                </c:pt>
                <c:pt idx="53">
                  <c:v>-20</c:v>
                </c:pt>
                <c:pt idx="54">
                  <c:v>-19</c:v>
                </c:pt>
                <c:pt idx="55">
                  <c:v>-18</c:v>
                </c:pt>
                <c:pt idx="56">
                  <c:v>-17</c:v>
                </c:pt>
                <c:pt idx="57">
                  <c:v>-16</c:v>
                </c:pt>
                <c:pt idx="58">
                  <c:v>-15</c:v>
                </c:pt>
                <c:pt idx="59">
                  <c:v>-14</c:v>
                </c:pt>
                <c:pt idx="60">
                  <c:v>-13</c:v>
                </c:pt>
                <c:pt idx="61">
                  <c:v>-12</c:v>
                </c:pt>
                <c:pt idx="62">
                  <c:v>-11</c:v>
                </c:pt>
                <c:pt idx="63">
                  <c:v>-10</c:v>
                </c:pt>
                <c:pt idx="64">
                  <c:v>-9</c:v>
                </c:pt>
                <c:pt idx="65">
                  <c:v>-8</c:v>
                </c:pt>
                <c:pt idx="66">
                  <c:v>-7</c:v>
                </c:pt>
                <c:pt idx="67">
                  <c:v>-6</c:v>
                </c:pt>
                <c:pt idx="68">
                  <c:v>-5</c:v>
                </c:pt>
                <c:pt idx="69">
                  <c:v>-4</c:v>
                </c:pt>
                <c:pt idx="70">
                  <c:v>-3</c:v>
                </c:pt>
                <c:pt idx="71">
                  <c:v>-2</c:v>
                </c:pt>
                <c:pt idx="72">
                  <c:v>-1</c:v>
                </c:pt>
                <c:pt idx="73">
                  <c:v>0</c:v>
                </c:pt>
                <c:pt idx="74">
                  <c:v>1</c:v>
                </c:pt>
                <c:pt idx="75">
                  <c:v>2</c:v>
                </c:pt>
                <c:pt idx="76">
                  <c:v>3</c:v>
                </c:pt>
                <c:pt idx="77">
                  <c:v>4</c:v>
                </c:pt>
                <c:pt idx="78">
                  <c:v>5</c:v>
                </c:pt>
                <c:pt idx="79">
                  <c:v>6</c:v>
                </c:pt>
                <c:pt idx="80">
                  <c:v>7</c:v>
                </c:pt>
                <c:pt idx="81">
                  <c:v>8</c:v>
                </c:pt>
                <c:pt idx="82">
                  <c:v>9</c:v>
                </c:pt>
                <c:pt idx="83">
                  <c:v>10</c:v>
                </c:pt>
                <c:pt idx="84">
                  <c:v>11</c:v>
                </c:pt>
                <c:pt idx="85">
                  <c:v>12</c:v>
                </c:pt>
                <c:pt idx="86">
                  <c:v>13</c:v>
                </c:pt>
                <c:pt idx="87">
                  <c:v>14</c:v>
                </c:pt>
                <c:pt idx="88">
                  <c:v>15</c:v>
                </c:pt>
                <c:pt idx="89">
                  <c:v>16</c:v>
                </c:pt>
                <c:pt idx="90">
                  <c:v>17</c:v>
                </c:pt>
                <c:pt idx="91">
                  <c:v>18</c:v>
                </c:pt>
                <c:pt idx="92">
                  <c:v>19</c:v>
                </c:pt>
                <c:pt idx="93">
                  <c:v>20</c:v>
                </c:pt>
                <c:pt idx="94">
                  <c:v>21</c:v>
                </c:pt>
                <c:pt idx="95">
                  <c:v>22</c:v>
                </c:pt>
                <c:pt idx="96">
                  <c:v>23</c:v>
                </c:pt>
                <c:pt idx="97">
                  <c:v>24</c:v>
                </c:pt>
                <c:pt idx="98">
                  <c:v>25</c:v>
                </c:pt>
                <c:pt idx="99">
                  <c:v>26</c:v>
                </c:pt>
                <c:pt idx="100">
                  <c:v>27</c:v>
                </c:pt>
                <c:pt idx="101">
                  <c:v>28</c:v>
                </c:pt>
                <c:pt idx="102">
                  <c:v>29</c:v>
                </c:pt>
                <c:pt idx="103">
                  <c:v>30</c:v>
                </c:pt>
                <c:pt idx="104">
                  <c:v>31</c:v>
                </c:pt>
                <c:pt idx="105">
                  <c:v>32</c:v>
                </c:pt>
                <c:pt idx="106">
                  <c:v>33</c:v>
                </c:pt>
                <c:pt idx="107">
                  <c:v>34</c:v>
                </c:pt>
                <c:pt idx="108">
                  <c:v>35</c:v>
                </c:pt>
                <c:pt idx="109">
                  <c:v>36</c:v>
                </c:pt>
                <c:pt idx="110">
                  <c:v>37</c:v>
                </c:pt>
                <c:pt idx="111">
                  <c:v>38</c:v>
                </c:pt>
                <c:pt idx="112">
                  <c:v>39</c:v>
                </c:pt>
                <c:pt idx="113">
                  <c:v>40</c:v>
                </c:pt>
                <c:pt idx="114">
                  <c:v>41</c:v>
                </c:pt>
                <c:pt idx="115">
                  <c:v>42</c:v>
                </c:pt>
                <c:pt idx="116">
                  <c:v>43</c:v>
                </c:pt>
                <c:pt idx="117">
                  <c:v>44</c:v>
                </c:pt>
                <c:pt idx="118">
                  <c:v>45</c:v>
                </c:pt>
                <c:pt idx="119">
                  <c:v>46</c:v>
                </c:pt>
                <c:pt idx="120">
                  <c:v>47</c:v>
                </c:pt>
                <c:pt idx="121">
                  <c:v>48</c:v>
                </c:pt>
                <c:pt idx="122">
                  <c:v>49</c:v>
                </c:pt>
                <c:pt idx="123">
                  <c:v>50</c:v>
                </c:pt>
                <c:pt idx="124">
                  <c:v>51</c:v>
                </c:pt>
                <c:pt idx="125">
                  <c:v>52</c:v>
                </c:pt>
                <c:pt idx="126">
                  <c:v>53</c:v>
                </c:pt>
                <c:pt idx="127">
                  <c:v>54</c:v>
                </c:pt>
                <c:pt idx="128">
                  <c:v>55</c:v>
                </c:pt>
                <c:pt idx="129">
                  <c:v>56</c:v>
                </c:pt>
                <c:pt idx="130">
                  <c:v>57</c:v>
                </c:pt>
                <c:pt idx="131">
                  <c:v>58</c:v>
                </c:pt>
                <c:pt idx="132">
                  <c:v>59</c:v>
                </c:pt>
                <c:pt idx="133">
                  <c:v>60</c:v>
                </c:pt>
                <c:pt idx="134">
                  <c:v>61</c:v>
                </c:pt>
                <c:pt idx="135">
                  <c:v>62</c:v>
                </c:pt>
                <c:pt idx="136">
                  <c:v>63</c:v>
                </c:pt>
                <c:pt idx="137">
                  <c:v>64</c:v>
                </c:pt>
                <c:pt idx="138">
                  <c:v>65</c:v>
                </c:pt>
                <c:pt idx="139">
                  <c:v>66</c:v>
                </c:pt>
                <c:pt idx="140">
                  <c:v>67</c:v>
                </c:pt>
                <c:pt idx="141">
                  <c:v>68</c:v>
                </c:pt>
                <c:pt idx="142">
                  <c:v>69</c:v>
                </c:pt>
                <c:pt idx="143">
                  <c:v>70</c:v>
                </c:pt>
                <c:pt idx="144">
                  <c:v>71</c:v>
                </c:pt>
                <c:pt idx="145">
                  <c:v>72</c:v>
                </c:pt>
                <c:pt idx="146">
                  <c:v>73</c:v>
                </c:pt>
                <c:pt idx="147">
                  <c:v>74</c:v>
                </c:pt>
                <c:pt idx="148">
                  <c:v>75</c:v>
                </c:pt>
                <c:pt idx="149">
                  <c:v>76</c:v>
                </c:pt>
                <c:pt idx="150">
                  <c:v>77</c:v>
                </c:pt>
                <c:pt idx="151">
                  <c:v>78</c:v>
                </c:pt>
                <c:pt idx="152">
                  <c:v>79</c:v>
                </c:pt>
                <c:pt idx="153">
                  <c:v>80</c:v>
                </c:pt>
                <c:pt idx="154">
                  <c:v>81</c:v>
                </c:pt>
                <c:pt idx="155">
                  <c:v>82</c:v>
                </c:pt>
                <c:pt idx="156">
                  <c:v>83</c:v>
                </c:pt>
                <c:pt idx="157">
                  <c:v>84</c:v>
                </c:pt>
                <c:pt idx="158">
                  <c:v>85</c:v>
                </c:pt>
                <c:pt idx="159">
                  <c:v>86</c:v>
                </c:pt>
                <c:pt idx="160">
                  <c:v>87</c:v>
                </c:pt>
                <c:pt idx="161">
                  <c:v>88</c:v>
                </c:pt>
                <c:pt idx="162">
                  <c:v>89</c:v>
                </c:pt>
                <c:pt idx="163">
                  <c:v>90</c:v>
                </c:pt>
                <c:pt idx="164">
                  <c:v>91</c:v>
                </c:pt>
                <c:pt idx="165">
                  <c:v>92</c:v>
                </c:pt>
                <c:pt idx="166">
                  <c:v>93</c:v>
                </c:pt>
                <c:pt idx="167">
                  <c:v>94</c:v>
                </c:pt>
                <c:pt idx="168">
                  <c:v>95</c:v>
                </c:pt>
                <c:pt idx="169">
                  <c:v>96</c:v>
                </c:pt>
                <c:pt idx="170">
                  <c:v>97</c:v>
                </c:pt>
                <c:pt idx="171">
                  <c:v>98</c:v>
                </c:pt>
                <c:pt idx="172">
                  <c:v>99</c:v>
                </c:pt>
                <c:pt idx="173">
                  <c:v>100</c:v>
                </c:pt>
                <c:pt idx="174">
                  <c:v>101</c:v>
                </c:pt>
                <c:pt idx="175">
                  <c:v>102</c:v>
                </c:pt>
                <c:pt idx="176">
                  <c:v>103</c:v>
                </c:pt>
                <c:pt idx="177">
                  <c:v>104</c:v>
                </c:pt>
                <c:pt idx="178">
                  <c:v>105</c:v>
                </c:pt>
                <c:pt idx="179">
                  <c:v>106</c:v>
                </c:pt>
                <c:pt idx="180">
                  <c:v>107</c:v>
                </c:pt>
                <c:pt idx="181">
                  <c:v>108</c:v>
                </c:pt>
                <c:pt idx="182">
                  <c:v>109</c:v>
                </c:pt>
                <c:pt idx="183">
                  <c:v>110</c:v>
                </c:pt>
                <c:pt idx="184">
                  <c:v>111</c:v>
                </c:pt>
                <c:pt idx="185">
                  <c:v>112</c:v>
                </c:pt>
                <c:pt idx="186">
                  <c:v>113</c:v>
                </c:pt>
                <c:pt idx="187">
                  <c:v>114</c:v>
                </c:pt>
                <c:pt idx="188">
                  <c:v>115</c:v>
                </c:pt>
                <c:pt idx="189">
                  <c:v>116</c:v>
                </c:pt>
                <c:pt idx="190">
                  <c:v>117</c:v>
                </c:pt>
                <c:pt idx="191">
                  <c:v>118</c:v>
                </c:pt>
                <c:pt idx="192">
                  <c:v>119</c:v>
                </c:pt>
                <c:pt idx="193">
                  <c:v>120</c:v>
                </c:pt>
                <c:pt idx="194">
                  <c:v>121</c:v>
                </c:pt>
                <c:pt idx="195">
                  <c:v>122</c:v>
                </c:pt>
                <c:pt idx="196">
                  <c:v>123</c:v>
                </c:pt>
                <c:pt idx="197">
                  <c:v>124</c:v>
                </c:pt>
                <c:pt idx="198">
                  <c:v>125</c:v>
                </c:pt>
                <c:pt idx="199">
                  <c:v>126</c:v>
                </c:pt>
                <c:pt idx="200">
                  <c:v>127</c:v>
                </c:pt>
                <c:pt idx="201">
                  <c:v>128</c:v>
                </c:pt>
                <c:pt idx="202">
                  <c:v>129</c:v>
                </c:pt>
                <c:pt idx="203">
                  <c:v>130</c:v>
                </c:pt>
                <c:pt idx="204">
                  <c:v>131</c:v>
                </c:pt>
                <c:pt idx="205">
                  <c:v>132</c:v>
                </c:pt>
                <c:pt idx="206">
                  <c:v>133</c:v>
                </c:pt>
                <c:pt idx="207">
                  <c:v>134</c:v>
                </c:pt>
                <c:pt idx="208">
                  <c:v>135</c:v>
                </c:pt>
                <c:pt idx="209">
                  <c:v>136</c:v>
                </c:pt>
                <c:pt idx="210">
                  <c:v>137</c:v>
                </c:pt>
                <c:pt idx="211">
                  <c:v>138</c:v>
                </c:pt>
                <c:pt idx="212">
                  <c:v>139</c:v>
                </c:pt>
                <c:pt idx="213">
                  <c:v>140</c:v>
                </c:pt>
                <c:pt idx="214">
                  <c:v>141</c:v>
                </c:pt>
                <c:pt idx="215">
                  <c:v>142</c:v>
                </c:pt>
                <c:pt idx="216">
                  <c:v>143</c:v>
                </c:pt>
                <c:pt idx="217">
                  <c:v>144</c:v>
                </c:pt>
                <c:pt idx="218">
                  <c:v>145</c:v>
                </c:pt>
                <c:pt idx="219">
                  <c:v>146</c:v>
                </c:pt>
                <c:pt idx="220">
                  <c:v>147</c:v>
                </c:pt>
                <c:pt idx="221">
                  <c:v>148</c:v>
                </c:pt>
                <c:pt idx="222">
                  <c:v>149</c:v>
                </c:pt>
                <c:pt idx="223">
                  <c:v>150</c:v>
                </c:pt>
                <c:pt idx="224">
                  <c:v>151</c:v>
                </c:pt>
                <c:pt idx="225">
                  <c:v>152</c:v>
                </c:pt>
                <c:pt idx="226">
                  <c:v>153</c:v>
                </c:pt>
                <c:pt idx="227">
                  <c:v>154</c:v>
                </c:pt>
              </c:numCache>
            </c:numRef>
          </c:cat>
          <c:val>
            <c:numRef>
              <c:f>Sheet1!$C$4:$C$231</c:f>
              <c:numCache>
                <c:formatCode>0.00</c:formatCode>
                <c:ptCount val="228"/>
                <c:pt idx="0">
                  <c:v>475.28283162850988</c:v>
                </c:pt>
                <c:pt idx="1">
                  <c:v>477.1056985414977</c:v>
                </c:pt>
                <c:pt idx="2">
                  <c:v>478.67465899038547</c:v>
                </c:pt>
                <c:pt idx="3">
                  <c:v>479.98532123867204</c:v>
                </c:pt>
                <c:pt idx="4">
                  <c:v>481.03423305725261</c:v>
                </c:pt>
                <c:pt idx="5">
                  <c:v>481.81891791308141</c:v>
                </c:pt>
                <c:pt idx="6">
                  <c:v>482.33790882903969</c:v>
                </c:pt>
                <c:pt idx="7">
                  <c:v>482.59077965132008</c:v>
                </c:pt>
                <c:pt idx="8">
                  <c:v>482.57817345175033</c:v>
                </c:pt>
                <c:pt idx="9">
                  <c:v>482.30182778389639</c:v>
                </c:pt>
                <c:pt idx="10">
                  <c:v>481.76459650356009</c:v>
                </c:pt>
                <c:pt idx="11">
                  <c:v>480.9704678565102</c:v>
                </c:pt>
                <c:pt idx="12">
                  <c:v>479.9245785290247</c:v>
                </c:pt>
                <c:pt idx="13">
                  <c:v>478.63322335017386</c:v>
                </c:pt>
                <c:pt idx="14">
                  <c:v>477.10386032883792</c:v>
                </c:pt>
                <c:pt idx="15">
                  <c:v>475.34511070333252</c:v>
                </c:pt>
                <c:pt idx="16">
                  <c:v>473.36675367733659</c:v>
                </c:pt>
                <c:pt idx="17">
                  <c:v>471.17971551270955</c:v>
                </c:pt>
                <c:pt idx="18">
                  <c:v>468.79605264789404</c:v>
                </c:pt>
                <c:pt idx="19">
                  <c:v>466.22892851008919</c:v>
                </c:pt>
                <c:pt idx="20">
                  <c:v>463.49258369042855</c:v>
                </c:pt>
                <c:pt idx="21">
                  <c:v>460.60229915419484</c:v>
                </c:pt>
                <c:pt idx="22">
                  <c:v>457.57435216288161</c:v>
                </c:pt>
                <c:pt idx="23">
                  <c:v>454.42596459190207</c:v>
                </c:pt>
                <c:pt idx="24">
                  <c:v>451.17524333722065</c:v>
                </c:pt>
                <c:pt idx="25">
                  <c:v>447.84111251644401</c:v>
                </c:pt>
                <c:pt idx="26">
                  <c:v>444.44323718528631</c:v>
                </c:pt>
                <c:pt idx="27">
                  <c:v>441.00193830919272</c:v>
                </c:pt>
                <c:pt idx="28">
                  <c:v>437.53809875268388</c:v>
                </c:pt>
                <c:pt idx="29">
                  <c:v>434.07306007613482</c:v>
                </c:pt>
                <c:pt idx="30">
                  <c:v>430.62850996176041</c:v>
                </c:pt>
                <c:pt idx="31">
                  <c:v>427.22636012812865</c:v>
                </c:pt>
                <c:pt idx="32">
                  <c:v>423.8886146362446</c:v>
                </c:pt>
                <c:pt idx="33">
                  <c:v>420.63722854089895</c:v>
                </c:pt>
                <c:pt idx="34">
                  <c:v>417.49395689942321</c:v>
                </c:pt>
                <c:pt idx="35">
                  <c:v>414.48019421724342</c:v>
                </c:pt>
                <c:pt idx="36">
                  <c:v>411.61680448679982</c:v>
                </c:pt>
                <c:pt idx="37">
                  <c:v>408.92394206483863</c:v>
                </c:pt>
                <c:pt idx="38">
                  <c:v>406.42086373429356</c:v>
                </c:pt>
                <c:pt idx="39">
                  <c:v>404.12573241274936</c:v>
                </c:pt>
                <c:pt idx="40">
                  <c:v>402.055413101895</c:v>
                </c:pt>
                <c:pt idx="41">
                  <c:v>400.22526182389203</c:v>
                </c:pt>
                <c:pt idx="42">
                  <c:v>398.64890846410714</c:v>
                </c:pt>
                <c:pt idx="43">
                  <c:v>397.3380346386781</c:v>
                </c:pt>
                <c:pt idx="44">
                  <c:v>396.30214793406157</c:v>
                </c:pt>
                <c:pt idx="45">
                  <c:v>395.54835412913178</c:v>
                </c:pt>
                <c:pt idx="46">
                  <c:v>395.08112931473238</c:v>
                </c:pt>
                <c:pt idx="47">
                  <c:v>394.90209417846745</c:v>
                </c:pt>
                <c:pt idx="48">
                  <c:v>395.00979313342151</c:v>
                </c:pt>
                <c:pt idx="49">
                  <c:v>395.39948145034651</c:v>
                </c:pt>
                <c:pt idx="50">
                  <c:v>396.06292411877547</c:v>
                </c:pt>
                <c:pt idx="51">
                  <c:v>396.98821083295257</c:v>
                </c:pt>
                <c:pt idx="52">
                  <c:v>398.15959229870776</c:v>
                </c:pt>
                <c:pt idx="53">
                  <c:v>399.5573440207869</c:v>
                </c:pt>
                <c:pt idx="54">
                  <c:v>401.15766490128772</c:v>
                </c:pt>
                <c:pt idx="55">
                  <c:v>402.93261941937914</c:v>
                </c:pt>
                <c:pt idx="56">
                  <c:v>404.85013395422038</c:v>
                </c:pt>
                <c:pt idx="57">
                  <c:v>406.87406007507315</c:v>
                </c:pt>
                <c:pt idx="58">
                  <c:v>408.96432052492469</c:v>
                </c:pt>
                <c:pt idx="59">
                  <c:v>411.07715741659968</c:v>
                </c:pt>
                <c:pt idx="60">
                  <c:v>413.16550722092001</c:v>
                </c:pt>
                <c:pt idx="61">
                  <c:v>415.17953404158459</c:v>
                </c:pt>
                <c:pt idx="62">
                  <c:v>417.06736238227381</c:v>
                </c:pt>
                <c:pt idx="63">
                  <c:v>418.77606468470412</c:v>
                </c:pt>
                <c:pt idx="64">
                  <c:v>420.25298007253878</c:v>
                </c:pt>
                <c:pt idx="65">
                  <c:v>421.44747393890435</c:v>
                </c:pt>
                <c:pt idx="66">
                  <c:v>422.31330286706924</c:v>
                </c:pt>
                <c:pt idx="67">
                  <c:v>422.81184581089076</c:v>
                </c:pt>
                <c:pt idx="68">
                  <c:v>422.91664565773607</c:v>
                </c:pt>
                <c:pt idx="69">
                  <c:v>422.62008970730272</c:v>
                </c:pt>
                <c:pt idx="70">
                  <c:v>421.94397993497103</c:v>
                </c:pt>
                <c:pt idx="71">
                  <c:v>420.95843189198547</c:v>
                </c:pt>
                <c:pt idx="72">
                  <c:v>419.82437098480784</c:v>
                </c:pt>
                <c:pt idx="73">
                  <c:v>418.98289999999997</c:v>
                </c:pt>
                <c:pt idx="74">
                  <c:v>418.1414290151921</c:v>
                </c:pt>
                <c:pt idx="75">
                  <c:v>417.00736810801448</c:v>
                </c:pt>
                <c:pt idx="76">
                  <c:v>416.02182006502892</c:v>
                </c:pt>
                <c:pt idx="77">
                  <c:v>415.34571029269722</c:v>
                </c:pt>
                <c:pt idx="78">
                  <c:v>415.04915434226388</c:v>
                </c:pt>
                <c:pt idx="79">
                  <c:v>415.15395418910919</c:v>
                </c:pt>
                <c:pt idx="80">
                  <c:v>415.6524971329307</c:v>
                </c:pt>
                <c:pt idx="81">
                  <c:v>416.51832606109559</c:v>
                </c:pt>
                <c:pt idx="82">
                  <c:v>417.71281992746117</c:v>
                </c:pt>
                <c:pt idx="83">
                  <c:v>419.18973531529582</c:v>
                </c:pt>
                <c:pt idx="84">
                  <c:v>420.89843761772613</c:v>
                </c:pt>
                <c:pt idx="85">
                  <c:v>422.78626595841536</c:v>
                </c:pt>
                <c:pt idx="86">
                  <c:v>424.80029277907994</c:v>
                </c:pt>
                <c:pt idx="87">
                  <c:v>426.88864258340027</c:v>
                </c:pt>
                <c:pt idx="88">
                  <c:v>429.00147947507526</c:v>
                </c:pt>
                <c:pt idx="89">
                  <c:v>431.0917399249268</c:v>
                </c:pt>
                <c:pt idx="90">
                  <c:v>433.11566604577956</c:v>
                </c:pt>
                <c:pt idx="91">
                  <c:v>435.03318058062081</c:v>
                </c:pt>
                <c:pt idx="92">
                  <c:v>436.80813509871223</c:v>
                </c:pt>
                <c:pt idx="93">
                  <c:v>438.40845597921304</c:v>
                </c:pt>
                <c:pt idx="94">
                  <c:v>439.80620770129218</c:v>
                </c:pt>
                <c:pt idx="95">
                  <c:v>440.97758916704737</c:v>
                </c:pt>
                <c:pt idx="96">
                  <c:v>441.90287588122447</c:v>
                </c:pt>
                <c:pt idx="97">
                  <c:v>442.56631854965343</c:v>
                </c:pt>
                <c:pt idx="98">
                  <c:v>442.95600686657843</c:v>
                </c:pt>
                <c:pt idx="99">
                  <c:v>443.06370582153249</c:v>
                </c:pt>
                <c:pt idx="100">
                  <c:v>442.88467068526757</c:v>
                </c:pt>
                <c:pt idx="101">
                  <c:v>442.41744587086816</c:v>
                </c:pt>
                <c:pt idx="102">
                  <c:v>441.66365206593838</c:v>
                </c:pt>
                <c:pt idx="103">
                  <c:v>440.62776536132185</c:v>
                </c:pt>
                <c:pt idx="104">
                  <c:v>439.31689153589281</c:v>
                </c:pt>
                <c:pt idx="105">
                  <c:v>437.74053817610792</c:v>
                </c:pt>
                <c:pt idx="106">
                  <c:v>435.91038689810495</c:v>
                </c:pt>
                <c:pt idx="107">
                  <c:v>433.84006758725059</c:v>
                </c:pt>
                <c:pt idx="108">
                  <c:v>431.54493626570638</c:v>
                </c:pt>
                <c:pt idx="109">
                  <c:v>429.04185793516132</c:v>
                </c:pt>
                <c:pt idx="110">
                  <c:v>426.34899551320012</c:v>
                </c:pt>
                <c:pt idx="111">
                  <c:v>423.48560578275652</c:v>
                </c:pt>
                <c:pt idx="112">
                  <c:v>420.47184310057673</c:v>
                </c:pt>
                <c:pt idx="113">
                  <c:v>417.328571459101</c:v>
                </c:pt>
                <c:pt idx="114">
                  <c:v>414.07718536375535</c:v>
                </c:pt>
                <c:pt idx="115">
                  <c:v>410.7394398718713</c:v>
                </c:pt>
                <c:pt idx="116">
                  <c:v>407.33729003823953</c:v>
                </c:pt>
                <c:pt idx="117">
                  <c:v>403.89273992386512</c:v>
                </c:pt>
                <c:pt idx="118">
                  <c:v>400.42770124731607</c:v>
                </c:pt>
                <c:pt idx="119">
                  <c:v>396.96386169080722</c:v>
                </c:pt>
                <c:pt idx="120">
                  <c:v>393.52256281471364</c:v>
                </c:pt>
                <c:pt idx="121">
                  <c:v>390.12468748355593</c:v>
                </c:pt>
                <c:pt idx="122">
                  <c:v>386.7905566627793</c:v>
                </c:pt>
                <c:pt idx="123">
                  <c:v>383.53983540809787</c:v>
                </c:pt>
                <c:pt idx="124">
                  <c:v>380.39144783711833</c:v>
                </c:pt>
                <c:pt idx="125">
                  <c:v>377.36350084580511</c:v>
                </c:pt>
                <c:pt idx="126">
                  <c:v>374.4732163095714</c:v>
                </c:pt>
                <c:pt idx="127">
                  <c:v>371.73687148991075</c:v>
                </c:pt>
                <c:pt idx="128">
                  <c:v>369.1697473521059</c:v>
                </c:pt>
                <c:pt idx="129">
                  <c:v>366.7860844872904</c:v>
                </c:pt>
                <c:pt idx="130">
                  <c:v>364.59904632266336</c:v>
                </c:pt>
                <c:pt idx="131">
                  <c:v>362.62068929666742</c:v>
                </c:pt>
                <c:pt idx="132">
                  <c:v>360.86193967116202</c:v>
                </c:pt>
                <c:pt idx="133">
                  <c:v>359.33257664982608</c:v>
                </c:pt>
                <c:pt idx="134">
                  <c:v>358.04122147097524</c:v>
                </c:pt>
                <c:pt idx="135">
                  <c:v>356.99533214348975</c:v>
                </c:pt>
                <c:pt idx="136">
                  <c:v>356.20120349643986</c:v>
                </c:pt>
                <c:pt idx="137">
                  <c:v>355.66397221610356</c:v>
                </c:pt>
                <c:pt idx="138">
                  <c:v>355.38762654824961</c:v>
                </c:pt>
                <c:pt idx="139">
                  <c:v>355.37502034867987</c:v>
                </c:pt>
                <c:pt idx="140">
                  <c:v>355.62789117096025</c:v>
                </c:pt>
                <c:pt idx="141">
                  <c:v>356.14688208691854</c:v>
                </c:pt>
                <c:pt idx="142">
                  <c:v>356.93156694274734</c:v>
                </c:pt>
                <c:pt idx="143">
                  <c:v>357.9804787613279</c:v>
                </c:pt>
                <c:pt idx="144">
                  <c:v>359.29114100961448</c:v>
                </c:pt>
                <c:pt idx="145">
                  <c:v>360.86010145850224</c:v>
                </c:pt>
                <c:pt idx="146">
                  <c:v>362.68296837149006</c:v>
                </c:pt>
                <c:pt idx="147">
                  <c:v>364.75444876757047</c:v>
                </c:pt>
                <c:pt idx="148">
                  <c:v>367.06838851308913</c:v>
                </c:pt>
                <c:pt idx="149">
                  <c:v>369.61781400675528</c:v>
                </c:pt>
                <c:pt idx="150">
                  <c:v>372.39497523151306</c:v>
                </c:pt>
                <c:pt idx="151">
                  <c:v>375.39138995656214</c:v>
                </c:pt>
                <c:pt idx="152">
                  <c:v>378.59788888240132</c:v>
                </c:pt>
                <c:pt idx="153">
                  <c:v>382.00466153133834</c:v>
                </c:pt>
                <c:pt idx="154">
                  <c:v>385.6013026954177</c:v>
                </c:pt>
                <c:pt idx="155">
                  <c:v>389.37685926316033</c:v>
                </c:pt>
                <c:pt idx="156">
                  <c:v>393.31987725583781</c:v>
                </c:pt>
                <c:pt idx="157">
                  <c:v>397.41844891321779</c:v>
                </c:pt>
                <c:pt idx="158">
                  <c:v>401.66025967778478</c:v>
                </c:pt>
                <c:pt idx="159">
                  <c:v>406.03263493535115</c:v>
                </c:pt>
                <c:pt idx="160">
                  <c:v>410.52258637871137</c:v>
                </c:pt>
                <c:pt idx="161">
                  <c:v>415.11685786954462</c:v>
                </c:pt>
                <c:pt idx="162">
                  <c:v>419.80197068212448</c:v>
                </c:pt>
                <c:pt idx="163">
                  <c:v>424.56426802054654</c:v>
                </c:pt>
                <c:pt idx="164">
                  <c:v>429.38995870911617</c:v>
                </c:pt>
                <c:pt idx="165">
                  <c:v>434.26515996325844</c:v>
                </c:pt>
                <c:pt idx="166">
                  <c:v>439.17593915579386</c:v>
                </c:pt>
                <c:pt idx="167">
                  <c:v>444.1083545006864</c:v>
                </c:pt>
                <c:pt idx="168">
                  <c:v>449.04849458339186</c:v>
                </c:pt>
                <c:pt idx="169">
                  <c:v>453.98251667372205</c:v>
                </c:pt>
                <c:pt idx="170">
                  <c:v>458.89668376368763</c:v>
                </c:pt>
                <c:pt idx="171">
                  <c:v>463.77740027909641</c:v>
                </c:pt>
                <c:pt idx="172">
                  <c:v>468.61124641975283</c:v>
                </c:pt>
                <c:pt idx="173">
                  <c:v>473.38501108893695</c:v>
                </c:pt>
                <c:pt idx="174">
                  <c:v>478.08572337843879</c:v>
                </c:pt>
                <c:pt idx="175">
                  <c:v>482.70068258078197</c:v>
                </c:pt>
                <c:pt idx="176">
                  <c:v>487.21748670539887</c:v>
                </c:pt>
                <c:pt idx="177">
                  <c:v>491.62405948041226</c:v>
                </c:pt>
                <c:pt idx="178">
                  <c:v>495.90867582634951</c:v>
                </c:pt>
                <c:pt idx="179">
                  <c:v>500.05998579255356</c:v>
                </c:pt>
                <c:pt idx="180">
                  <c:v>504.06703695127908</c:v>
                </c:pt>
                <c:pt idx="181">
                  <c:v>507.91929524846626</c:v>
                </c:pt>
                <c:pt idx="182">
                  <c:v>511.60666431397203</c:v>
                </c:pt>
                <c:pt idx="183">
                  <c:v>515.11950323762403</c:v>
                </c:pt>
                <c:pt idx="184">
                  <c:v>518.44864282083813</c:v>
                </c:pt>
                <c:pt idx="185">
                  <c:v>521.58540031671691</c:v>
                </c:pt>
                <c:pt idx="186">
                  <c:v>524.5215926745301</c:v>
                </c:pt>
                <c:pt idx="187">
                  <c:v>527.2495483072712</c:v>
                </c:pt>
                <c:pt idx="188">
                  <c:v>529.76211740358951</c:v>
                </c:pt>
                <c:pt idx="189">
                  <c:v>532.0526808078256</c:v>
                </c:pt>
                <c:pt idx="190">
                  <c:v>534.11515749413127</c:v>
                </c:pt>
                <c:pt idx="191">
                  <c:v>535.94401066273713</c:v>
                </c:pt>
                <c:pt idx="192">
                  <c:v>537.53425248835038</c:v>
                </c:pt>
                <c:pt idx="193">
                  <c:v>538.88144755242229</c:v>
                </c:pt>
                <c:pt idx="194">
                  <c:v>539.98171499263503</c:v>
                </c:pt>
                <c:pt idx="195">
                  <c:v>540.83172940440932</c:v>
                </c:pt>
                <c:pt idx="196">
                  <c:v>541.42872053055021</c:v>
                </c:pt>
                <c:pt idx="197">
                  <c:v>541.77047177632414</c:v>
                </c:pt>
                <c:pt idx="198">
                  <c:v>541.85531758829836</c:v>
                </c:pt>
                <c:pt idx="199">
                  <c:v>541.68213973619277</c:v>
                </c:pt>
                <c:pt idx="200">
                  <c:v>541.25036253777944</c:v>
                </c:pt>
                <c:pt idx="201">
                  <c:v>540.55994706754211</c:v>
                </c:pt>
                <c:pt idx="202">
                  <c:v>539.6113843903654</c:v>
                </c:pt>
                <c:pt idx="203">
                  <c:v>538.40568786197264</c:v>
                </c:pt>
                <c:pt idx="204">
                  <c:v>536.94438453818339</c:v>
                </c:pt>
                <c:pt idx="205">
                  <c:v>535.22950573530738</c:v>
                </c:pt>
                <c:pt idx="206">
                  <c:v>533.26357678414547</c:v>
                </c:pt>
                <c:pt idx="207">
                  <c:v>531.04960602013477</c:v>
                </c:pt>
                <c:pt idx="208">
                  <c:v>528.59107305215537</c:v>
                </c:pt>
                <c:pt idx="209">
                  <c:v>525.8919163524107</c:v>
                </c:pt>
                <c:pt idx="210">
                  <c:v>522.9565202096212</c:v>
                </c:pt>
                <c:pt idx="211">
                  <c:v>519.78970108751344</c:v>
                </c:pt>
                <c:pt idx="212">
                  <c:v>516.39669343027356</c:v>
                </c:pt>
                <c:pt idx="213">
                  <c:v>512.78313495624718</c:v>
                </c:pt>
                <c:pt idx="214">
                  <c:v>508.95505148072311</c:v>
                </c:pt>
                <c:pt idx="215">
                  <c:v>504.91884130813662</c:v>
                </c:pt>
                <c:pt idx="216">
                  <c:v>500.68125923347526</c:v>
                </c:pt>
                <c:pt idx="217">
                  <c:v>496.24940019206258</c:v>
                </c:pt>
                <c:pt idx="218">
                  <c:v>491.63068259624424</c:v>
                </c:pt>
                <c:pt idx="219">
                  <c:v>486.83283139680969</c:v>
                </c:pt>
                <c:pt idx="220">
                  <c:v>481.86386090624467</c:v>
                </c:pt>
                <c:pt idx="221">
                  <c:v>476.7320574201409</c:v>
                </c:pt>
                <c:pt idx="222">
                  <c:v>471.44596167228565</c:v>
                </c:pt>
                <c:pt idx="223">
                  <c:v>466.01435115811682</c:v>
                </c:pt>
                <c:pt idx="224">
                  <c:v>460.44622236036764</c:v>
                </c:pt>
                <c:pt idx="225">
                  <c:v>454.75077290983575</c:v>
                </c:pt>
                <c:pt idx="226">
                  <c:v>448.93738371330079</c:v>
                </c:pt>
                <c:pt idx="227">
                  <c:v>443.01560107968623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2589-4691-815B-473DF6632D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851264"/>
        <c:axId val="119853440"/>
      </c:lineChart>
      <c:catAx>
        <c:axId val="1198512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aseline="0"/>
                </a:pPr>
                <a:r>
                  <a:rPr lang="en-US" sz="1100" baseline="0" dirty="0"/>
                  <a:t>x</a:t>
                </a:r>
              </a:p>
            </c:rich>
          </c:tx>
          <c:layout>
            <c:manualLayout>
              <c:xMode val="edge"/>
              <c:yMode val="edge"/>
              <c:x val="0.91938645009186637"/>
              <c:y val="0.88593000874890637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119853440"/>
        <c:crosses val="autoZero"/>
        <c:auto val="1"/>
        <c:lblAlgn val="ctr"/>
        <c:lblOffset val="100"/>
        <c:tickLblSkip val="30"/>
        <c:tickMarkSkip val="10"/>
        <c:noMultiLvlLbl val="0"/>
      </c:catAx>
      <c:valAx>
        <c:axId val="119853440"/>
        <c:scaling>
          <c:orientation val="minMax"/>
          <c:max val="600"/>
          <c:min val="300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GB" sz="1100" baseline="0" dirty="0"/>
                  <a:t>f(x</a:t>
                </a:r>
                <a:r>
                  <a:rPr lang="en-GB" dirty="0"/>
                  <a:t>)</a:t>
                </a:r>
              </a:p>
            </c:rich>
          </c:tx>
          <c:layout>
            <c:manualLayout>
              <c:xMode val="edge"/>
              <c:yMode val="edge"/>
              <c:x val="0.19193978000206113"/>
              <c:y val="5.6066841644794398E-2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baseline="0"/>
            </a:pPr>
            <a:endParaRPr lang="en-US"/>
          </a:p>
        </c:txPr>
        <c:crossAx val="119851264"/>
        <c:crossesAt val="75"/>
        <c:crossBetween val="midCat"/>
        <c:majorUnit val="25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6094-E6B3-452F-A27E-BADA1930F3B0}" type="datetimeFigureOut">
              <a:rPr lang="lt-LT"/>
              <a:t>2026.02.13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AC3A8-972D-4E45-92E1-99A21E9D7E9D}" type="slidenum">
              <a:rPr lang="lt-LT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6618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10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2580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8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9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1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78113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3" y="522362"/>
            <a:ext cx="161808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4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5084" y="6486655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6908" y="1031789"/>
            <a:ext cx="7473156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5084" y="6486655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6908" y="1031789"/>
            <a:ext cx="7473156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5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=""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80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=""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19148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792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850163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756274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108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43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06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22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718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91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27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=""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3979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=""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7281809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0500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9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158964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DF30CEF-7A26-DF43-83E2-2AD1FC0DB730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68744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12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95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1127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381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868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180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59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633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=""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7062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=""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5471077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=""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9219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5713838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854943B-0DA0-094E-90EB-2F0CCC2AD518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2082537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19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=""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=""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4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9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707" r:id="rId3"/>
    <p:sldLayoutId id="2147483705" r:id="rId4"/>
    <p:sldLayoutId id="2147483680" r:id="rId5"/>
    <p:sldLayoutId id="2147483697" r:id="rId6"/>
    <p:sldLayoutId id="2147483681" r:id="rId7"/>
    <p:sldLayoutId id="2147483720" r:id="rId8"/>
    <p:sldLayoutId id="2147483682" r:id="rId9"/>
    <p:sldLayoutId id="2147483683" r:id="rId10"/>
    <p:sldLayoutId id="2147483684" r:id="rId11"/>
    <p:sldLayoutId id="2147483685" r:id="rId12"/>
    <p:sldLayoutId id="2147483702" r:id="rId13"/>
    <p:sldLayoutId id="2147483686" r:id="rId14"/>
    <p:sldLayoutId id="214748368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54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698" r:id="rId5"/>
    <p:sldLayoutId id="2147483699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703" r:id="rId12"/>
    <p:sldLayoutId id="2147483677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0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00" r:id="rId5"/>
    <p:sldLayoutId id="2147483701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70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http/www.geocities.ws/eadorio/mvf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-optima.amp.i.kyoto-u.ac.jp/member/student/hedar/Hedar_files/TestGO.ht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id="{B77BFDF0-07DC-544A-A2D8-EE8E13A6873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354735" y="1330747"/>
                <a:ext cx="7644078" cy="3781184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sz="2800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Griewank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goal is to find the value of </a:t>
                </a:r>
                <a14:m>
                  <m:oMath xmlns:m="http://schemas.openxmlformats.org/officeDocument/2006/math">
                    <m:r>
                      <a:rPr lang="en-GB" sz="2800" b="1" i="0">
                        <a:solidFill>
                          <a:schemeClr val="tx1"/>
                        </a:solidFill>
                        <a:latin typeface="Cambria Math"/>
                      </a:rPr>
                      <m:t>𝐱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which minimizes the following function: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GB" sz="2800" b="1" i="0">
                            <a:solidFill>
                              <a:srgbClr val="365422"/>
                            </a:solidFill>
                            <a:latin typeface="Cambria Math"/>
                          </a:rPr>
                          <m:t>𝐱</m:t>
                        </m:r>
                      </m:e>
                    </m:d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800" b="0" i="1">
                            <a:solidFill>
                              <a:srgbClr val="365422"/>
                            </a:solidFill>
                            <a:latin typeface="Cambria Math"/>
                          </a:rPr>
                          <m:t>4000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𝑑</m:t>
                        </m:r>
                      </m:sup>
                      <m:e>
                        <m:sSubSup>
                          <m:sSubSupPr>
                            <m:ctrlPr>
                              <a:rPr lang="en-GB" sz="2800" b="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−</m:t>
                    </m:r>
                    <m:nary>
                      <m:naryPr>
                        <m:chr m:val="∏"/>
                        <m:limLoc m:val="subSup"/>
                        <m:ctrlPr>
                          <a:rPr lang="en-GB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𝑑</m:t>
                        </m:r>
                      </m:sup>
                      <m:e>
                        <m:func>
                          <m:funcPr>
                            <m:ctrlPr>
                              <a:rPr lang="en-GB" sz="2800" i="1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80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80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280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280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2800" b="1">
                        <a:latin typeface="Cambria Math"/>
                      </a:rPr>
                      <m:t>𝐱</m:t>
                    </m:r>
                    <m:r>
                      <a:rPr lang="en-US" sz="2800" b="1" i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1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 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sz="2800" b="0" i="1">
                        <a:solidFill>
                          <a:schemeClr val="tx1"/>
                        </a:solidFill>
                        <a:latin typeface="Cambria Math"/>
                      </a:rPr>
                      <m:t>∈[−600, 600]</m:t>
                    </m:r>
                  </m:oMath>
                </a14:m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𝑖</m:t>
                    </m:r>
                    <m:r>
                      <a:rPr lang="en-US" sz="2800" b="0" i="1" smtClean="0">
                        <a:latin typeface="Cambria Math"/>
                      </a:rPr>
                      <m:t>=1, 2, …, </m:t>
                    </m:r>
                    <m:r>
                      <a:rPr lang="en-US" sz="2800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denotes the number of dimensions.</a:t>
                </a:r>
                <a:endParaRPr lang="en-GB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77BFDF0-07DC-544A-A2D8-EE8E13A68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354735" y="1330747"/>
                <a:ext cx="7644078" cy="3781184"/>
              </a:xfrm>
              <a:blipFill rotWithShape="1">
                <a:blip r:embed="rId3"/>
                <a:stretch>
                  <a:fillRect l="-2791" t="-2738" b="-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921D48E8-9640-9BFA-31CA-37F063344B3E}"/>
              </a:ext>
            </a:extLst>
          </p:cNvPr>
          <p:cNvSpPr txBox="1">
            <a:spLocks/>
          </p:cNvSpPr>
          <p:nvPr/>
        </p:nvSpPr>
        <p:spPr>
          <a:xfrm>
            <a:off x="1274017" y="692022"/>
            <a:ext cx="7644078" cy="5794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9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77BFDF0-07DC-544A-A2D8-EE8E13A68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3444" y="1105101"/>
            <a:ext cx="7644078" cy="4469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Griewank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96537" y="5751088"/>
                <a:ext cx="76563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1.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Illustration of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Griewank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𝑑</m:t>
                    </m:r>
                    <m:r>
                      <a:rPr lang="en-US" sz="24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37" y="5751088"/>
                <a:ext cx="765639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274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150" y="1742888"/>
            <a:ext cx="7453250" cy="3944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6E1D0BD3-0EEC-CD1F-85BF-460EF30DBC97}"/>
              </a:ext>
            </a:extLst>
          </p:cNvPr>
          <p:cNvSpPr txBox="1">
            <a:spLocks/>
          </p:cNvSpPr>
          <p:nvPr/>
        </p:nvSpPr>
        <p:spPr>
          <a:xfrm>
            <a:off x="1274017" y="613641"/>
            <a:ext cx="7644078" cy="503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2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id="{B77BFDF0-07DC-544A-A2D8-EE8E13A6873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363444" y="1376630"/>
                <a:ext cx="7644078" cy="3778844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sz="2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Rastrigin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goal is to find the value of </a:t>
                </a:r>
                <a14:m>
                  <m:oMath xmlns:m="http://schemas.openxmlformats.org/officeDocument/2006/math">
                    <m:r>
                      <a:rPr lang="en-GB" sz="2800" b="1" i="0">
                        <a:solidFill>
                          <a:schemeClr val="tx1"/>
                        </a:solidFill>
                        <a:latin typeface="Cambria Math"/>
                      </a:rPr>
                      <m:t>𝐱</m:t>
                    </m:r>
                  </m:oMath>
                </a14:m>
                <a:r>
                  <a:rPr lang="en-GB" sz="2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which </a:t>
                </a:r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minimizes the following function: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GB" sz="2800" b="1" i="0">
                            <a:solidFill>
                              <a:srgbClr val="365422"/>
                            </a:solidFill>
                            <a:latin typeface="Cambria Math"/>
                          </a:rPr>
                          <m:t>𝐱</m:t>
                        </m:r>
                      </m:e>
                    </m:d>
                    <m:r>
                      <a:rPr lang="en-GB" sz="2800" b="0" i="0">
                        <a:solidFill>
                          <a:srgbClr val="365422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GB" sz="2800" i="1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GB" sz="280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GB" sz="280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−10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solidFill>
                                      <a:srgbClr val="365422"/>
                                    </a:solidFill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  <m:r>
                      <a:rPr lang="en-US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GB" sz="2800" dirty="0">
                    <a:solidFill>
                      <a:srgbClr val="3654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>
                        <a:solidFill>
                          <a:srgbClr val="365422"/>
                        </a:solidFill>
                        <a:latin typeface="Cambria Math"/>
                      </a:rPr>
                      <m:t>10</m:t>
                    </m:r>
                    <m:r>
                      <a:rPr lang="en-US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2800" b="1">
                        <a:latin typeface="Cambria Math"/>
                      </a:rPr>
                      <m:t>𝐱</m:t>
                    </m:r>
                    <m:r>
                      <a:rPr lang="en-US" sz="2800" b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/>
                      </a:rPr>
                      <m:t>∈[</m:t>
                    </m:r>
                    <m:r>
                      <a:rPr lang="en-GB" sz="2800">
                        <a:latin typeface="Cambria Math"/>
                      </a:rPr>
                      <m:t>−5.12, 5.12</m:t>
                    </m:r>
                    <m:r>
                      <a:rPr lang="en-GB" sz="2800" i="1">
                        <a:latin typeface="Cambria Math"/>
                      </a:rPr>
                      <m:t>]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=1, 2, …, </m:t>
                    </m:r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number of dimensions</a:t>
                </a: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GB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77BFDF0-07DC-544A-A2D8-EE8E13A68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363444" y="1376630"/>
                <a:ext cx="7644078" cy="3778844"/>
              </a:xfrm>
              <a:blipFill rotWithShape="1">
                <a:blip r:embed="rId3"/>
                <a:stretch>
                  <a:fillRect l="-2871" t="-2903" b="-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8300453E-86B6-92E7-56AC-5AA6EBBBCA37}"/>
              </a:ext>
            </a:extLst>
          </p:cNvPr>
          <p:cNvSpPr txBox="1">
            <a:spLocks/>
          </p:cNvSpPr>
          <p:nvPr/>
        </p:nvSpPr>
        <p:spPr>
          <a:xfrm>
            <a:off x="1274017" y="648477"/>
            <a:ext cx="7644078" cy="5030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</a:t>
            </a: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0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77BFDF0-07DC-544A-A2D8-EE8E13A68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2153" y="967189"/>
            <a:ext cx="7644078" cy="4469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Rastrigin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05246" y="6049912"/>
                <a:ext cx="76563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Illustration of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Rastrigin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𝑑</m:t>
                    </m:r>
                    <m:r>
                      <a:rPr lang="en-US" sz="24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246" y="6049912"/>
                <a:ext cx="765639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194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051" y="1574432"/>
            <a:ext cx="5597170" cy="452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7C9CAF31-0E14-8F3B-0588-1873BD5A4701}"/>
              </a:ext>
            </a:extLst>
          </p:cNvPr>
          <p:cNvSpPr txBox="1">
            <a:spLocks/>
          </p:cNvSpPr>
          <p:nvPr/>
        </p:nvSpPr>
        <p:spPr>
          <a:xfrm>
            <a:off x="1279119" y="451523"/>
            <a:ext cx="7644078" cy="5592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</a:t>
            </a: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33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id="{B77BFDF0-07DC-544A-A2D8-EE8E13A6873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372153" y="1306957"/>
                <a:ext cx="7644078" cy="3857225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sz="2800" b="1" dirty="0" smtClean="0">
                    <a:solidFill>
                      <a:srgbClr val="BE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Rosenbrock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goal is to find the value of </a:t>
                </a:r>
                <a14:m>
                  <m:oMath xmlns:m="http://schemas.openxmlformats.org/officeDocument/2006/math">
                    <m:r>
                      <a:rPr lang="en-GB" sz="2800" b="1" i="0">
                        <a:latin typeface="Cambria Math"/>
                      </a:rPr>
                      <m:t>𝐱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minimizes the following function: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GB" sz="2800" b="1" i="0">
                            <a:solidFill>
                              <a:srgbClr val="365422"/>
                            </a:solidFill>
                            <a:latin typeface="Cambria Math"/>
                          </a:rPr>
                          <m:t>𝐱</m:t>
                        </m:r>
                      </m:e>
                    </m:d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GB" sz="2800" b="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100</m:t>
                            </m:r>
                            <m:sSup>
                              <m:sSupPr>
                                <m:ctrlP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80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GB" sz="2800" i="1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GB" sz="280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800" i="1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80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GB" sz="2800" i="1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2800" b="1">
                        <a:latin typeface="Cambria Math"/>
                      </a:rPr>
                      <m:t>𝐱</m:t>
                    </m:r>
                    <m:r>
                      <a:rPr lang="en-US" sz="2800" b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/>
                      </a:rPr>
                      <m:t>∈[−2.048, 2.048]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=1, 2, …, </m:t>
                    </m:r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number of dimensions</a:t>
                </a: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77BFDF0-07DC-544A-A2D8-EE8E13A68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372153" y="1306957"/>
                <a:ext cx="7644078" cy="3857225"/>
              </a:xfrm>
              <a:blipFill rotWithShape="1">
                <a:blip r:embed="rId3"/>
                <a:stretch>
                  <a:fillRect l="-2791" t="-26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EE438C2C-62F3-C5C5-0C56-DC60004CCC25}"/>
              </a:ext>
            </a:extLst>
          </p:cNvPr>
          <p:cNvSpPr txBox="1">
            <a:spLocks/>
          </p:cNvSpPr>
          <p:nvPr/>
        </p:nvSpPr>
        <p:spPr>
          <a:xfrm>
            <a:off x="1274017" y="657185"/>
            <a:ext cx="7644078" cy="6229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(III)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98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77BFDF0-07DC-544A-A2D8-EE8E13A68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54735" y="935217"/>
            <a:ext cx="7644078" cy="4469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Rosenbrock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87828" y="5663092"/>
                <a:ext cx="76563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Illustration of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Rosenbrock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𝑑</m:t>
                    </m:r>
                    <m:r>
                      <a:rPr lang="en-US" sz="24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828" y="5663092"/>
                <a:ext cx="765639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194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2356197"/>
              </p:ext>
            </p:extLst>
          </p:nvPr>
        </p:nvGraphicFramePr>
        <p:xfrm>
          <a:off x="1472073" y="1436779"/>
          <a:ext cx="7287904" cy="4349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6BAA2259-A361-8EBD-6451-32ABA9257CE2}"/>
              </a:ext>
            </a:extLst>
          </p:cNvPr>
          <p:cNvSpPr txBox="1">
            <a:spLocks/>
          </p:cNvSpPr>
          <p:nvPr/>
        </p:nvSpPr>
        <p:spPr>
          <a:xfrm>
            <a:off x="1256140" y="414706"/>
            <a:ext cx="7644078" cy="503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(III)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65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id="{B77BFDF0-07DC-544A-A2D8-EE8E13A6873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372153" y="1424588"/>
                <a:ext cx="7644078" cy="3757012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sz="2800" b="1" cap="all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chwefel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goal is to find the value </a:t>
                </a:r>
                <a14:m>
                  <m:oMath xmlns:m="http://schemas.openxmlformats.org/officeDocument/2006/math">
                    <m:r>
                      <a:rPr lang="en-GB" sz="2800" b="1" i="0">
                        <a:solidFill>
                          <a:schemeClr val="tx1"/>
                        </a:solidFill>
                        <a:latin typeface="Cambria Math"/>
                      </a:rPr>
                      <m:t>𝐱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which minimizes the following function: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800" i="1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GB" sz="2800" b="1" i="0">
                            <a:solidFill>
                              <a:srgbClr val="365422"/>
                            </a:solidFill>
                            <a:latin typeface="Cambria Math"/>
                          </a:rPr>
                          <m:t>𝐱</m:t>
                        </m:r>
                      </m:e>
                    </m:d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=418.9829</m:t>
                    </m:r>
                    <m:r>
                      <a:rPr lang="en-US" sz="2800" b="0" i="1" smtClean="0">
                        <a:solidFill>
                          <a:srgbClr val="365422"/>
                        </a:solidFill>
                        <a:latin typeface="Cambria Math"/>
                      </a:rPr>
                      <m:t>𝑑</m:t>
                    </m:r>
                    <m:r>
                      <a:rPr lang="en-GB" sz="2800" b="0" i="1">
                        <a:solidFill>
                          <a:srgbClr val="365422"/>
                        </a:solidFill>
                        <a:latin typeface="Cambria Math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80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365422"/>
                            </a:solidFill>
                            <a:latin typeface="Cambria Math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365422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sz="2800" i="1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80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GB" sz="2800">
                                    <a:solidFill>
                                      <a:srgbClr val="365422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sz="2800" i="1">
                                        <a:solidFill>
                                          <a:srgbClr val="365422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GB" sz="2800" i="1">
                                            <a:solidFill>
                                              <a:srgbClr val="365422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GB" sz="2800" i="1">
                                                <a:solidFill>
                                                  <a:srgbClr val="365422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GB" sz="2800" i="1" smtClean="0">
                                                    <a:solidFill>
                                                      <a:srgbClr val="365422"/>
                                                    </a:solidFill>
                                                    <a:latin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b="0" i="1" smtClean="0">
                                                    <a:solidFill>
                                                      <a:srgbClr val="365422"/>
                                                    </a:solidFill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solidFill>
                                                      <a:srgbClr val="365422"/>
                                                    </a:solidFill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rad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2800" b="1">
                        <a:latin typeface="Cambria Math"/>
                      </a:rPr>
                      <m:t>𝐱</m:t>
                    </m:r>
                    <m:r>
                      <a:rPr lang="en-US" sz="2800" b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/>
                      </a:rPr>
                      <m:t>∈[−</m:t>
                    </m:r>
                    <m:r>
                      <a:rPr lang="en-US" sz="2800" b="0" i="1" smtClean="0">
                        <a:latin typeface="Cambria Math"/>
                      </a:rPr>
                      <m:t>5</m:t>
                    </m:r>
                    <m:r>
                      <a:rPr lang="en-GB" sz="2800" i="1">
                        <a:latin typeface="Cambria Math"/>
                      </a:rPr>
                      <m:t>00, </m:t>
                    </m:r>
                    <m:r>
                      <a:rPr lang="en-US" sz="2800" b="0" i="1" smtClean="0">
                        <a:latin typeface="Cambria Math"/>
                      </a:rPr>
                      <m:t>5</m:t>
                    </m:r>
                    <m:r>
                      <a:rPr lang="en-GB" sz="2800" i="1">
                        <a:latin typeface="Cambria Math"/>
                      </a:rPr>
                      <m:t>00]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=1, 2, …, </m:t>
                    </m:r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number of dimensions</a:t>
                </a:r>
                <a:r>
                  <a:rPr lang="en-GB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GB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77BFDF0-07DC-544A-A2D8-EE8E13A68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372153" y="1424588"/>
                <a:ext cx="7644078" cy="3757012"/>
              </a:xfrm>
              <a:blipFill rotWithShape="1">
                <a:blip r:embed="rId3"/>
                <a:stretch>
                  <a:fillRect l="-2791" t="-2922" r="-1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0EC287A3-EE6D-FEE1-DF5E-2FFD9A1B16E6}"/>
              </a:ext>
            </a:extLst>
          </p:cNvPr>
          <p:cNvSpPr txBox="1">
            <a:spLocks/>
          </p:cNvSpPr>
          <p:nvPr/>
        </p:nvSpPr>
        <p:spPr>
          <a:xfrm>
            <a:off x="1273558" y="693394"/>
            <a:ext cx="7644078" cy="5780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(IV)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968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77BFDF0-07DC-544A-A2D8-EE8E13A68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3444" y="953804"/>
            <a:ext cx="7644078" cy="4469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b="1" cap="all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chwefel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96537" y="5790863"/>
                <a:ext cx="7710985" cy="453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</a:t>
                </a:r>
                <a:r>
                  <a:rPr lang="en-US" sz="235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en-US" sz="2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Illustration of a fragment of </a:t>
                </a:r>
                <a:r>
                  <a:rPr lang="en-GB" sz="2350" cap="al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GB" sz="2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chwefel </a:t>
                </a:r>
                <a:r>
                  <a:rPr lang="en-US" sz="235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(</a:t>
                </a:r>
                <a14:m>
                  <m:oMath xmlns:m="http://schemas.openxmlformats.org/officeDocument/2006/math">
                    <m:r>
                      <a:rPr lang="en-US" sz="2350" i="1">
                        <a:latin typeface="Cambria Math"/>
                      </a:rPr>
                      <m:t>𝑑</m:t>
                    </m:r>
                    <m:r>
                      <a:rPr lang="en-US" sz="235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sz="2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37" y="5790863"/>
                <a:ext cx="7710985" cy="453970"/>
              </a:xfrm>
              <a:prstGeom prst="rect">
                <a:avLst/>
              </a:prstGeom>
              <a:blipFill rotWithShape="1">
                <a:blip r:embed="rId3"/>
                <a:stretch>
                  <a:fillRect l="-1186" t="-9459" b="-29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739654"/>
              </p:ext>
            </p:extLst>
          </p:nvPr>
        </p:nvGraphicFramePr>
        <p:xfrm>
          <a:off x="1483299" y="1439391"/>
          <a:ext cx="6750608" cy="4378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 Placeholder 6">
            <a:extLst>
              <a:ext uri="{FF2B5EF4-FFF2-40B4-BE49-F238E27FC236}">
                <a16:creationId xmlns="" xmlns:a16="http://schemas.microsoft.com/office/drawing/2014/main" id="{5787D555-503B-4065-03B4-795EFFAB40B1}"/>
              </a:ext>
            </a:extLst>
          </p:cNvPr>
          <p:cNvSpPr txBox="1">
            <a:spLocks/>
          </p:cNvSpPr>
          <p:nvPr/>
        </p:nvSpPr>
        <p:spPr>
          <a:xfrm>
            <a:off x="1264849" y="466960"/>
            <a:ext cx="7644078" cy="5303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(IV</a:t>
            </a: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52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372153" y="1165539"/>
            <a:ext cx="7644078" cy="4295652"/>
          </a:xfrm>
        </p:spPr>
        <p:txBody>
          <a:bodyPr/>
          <a:lstStyle/>
          <a:p>
            <a:r>
              <a:rPr lang="en-GB" sz="2300" dirty="0">
                <a:latin typeface="Arial" panose="020B0604020202020204" pitchFamily="34" charset="0"/>
                <a:cs typeface="Arial" panose="020B0604020202020204" pitchFamily="34" charset="0"/>
              </a:rPr>
              <a:t>References (I)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ADORIO, E. P.; DILIMAN, U. P. (2005). MVF - multivariate test functions library in C for unconstrained global optimization. Retrieved June 2013, from </a:t>
            </a:r>
            <a:r>
              <a:rPr lang="en-GB" sz="2350" spc="-50" dirty="0">
                <a:solidFill>
                  <a:srgbClr val="0808B8"/>
                </a:solidFill>
                <a:cs typeface="Arial" panose="020B0604020202020204" pitchFamily="34" charset="0"/>
                <a:hlinkClick r:id="rId3"/>
              </a:rPr>
              <a:t>http://http://www.geocities.ws/eadorio/mvf.pdf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DIXON, L.C.W.; SZEGO, G.P. (1978). The global optimization problem: an introduction. </a:t>
            </a:r>
            <a:r>
              <a:rPr lang="en-GB" sz="2200" i="1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Towards global optimization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Vol.2, 1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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OPTIMIZATION TEST PROBLEMS. (2013). Retrieved June 2013, from </a:t>
            </a:r>
            <a:r>
              <a:rPr lang="en-GB" sz="2350" spc="-50" dirty="0">
                <a:solidFill>
                  <a:srgbClr val="0808B8"/>
                </a:solidFill>
                <a:cs typeface="Arial" panose="020B0604020202020204" pitchFamily="34" charset="0"/>
                <a:hlinkClick r:id="rId4"/>
              </a:rPr>
              <a:t>http://www-optima.amp.i.kyoto-u.ac.jp/member/student/hedar/Hedar_files/TestGO.htm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="" xmlns:a16="http://schemas.microsoft.com/office/drawing/2014/main" id="{293E10FD-5AE2-3115-DE4F-FF9249773752}"/>
              </a:ext>
            </a:extLst>
          </p:cNvPr>
          <p:cNvSpPr txBox="1">
            <a:spLocks/>
          </p:cNvSpPr>
          <p:nvPr/>
        </p:nvSpPr>
        <p:spPr>
          <a:xfrm>
            <a:off x="1264849" y="606304"/>
            <a:ext cx="7644078" cy="612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86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389571" y="1272384"/>
            <a:ext cx="7644078" cy="3667855"/>
          </a:xfrm>
        </p:spPr>
        <p:txBody>
          <a:bodyPr/>
          <a:lstStyle/>
          <a:p>
            <a:r>
              <a:rPr lang="en-GB" sz="2300" dirty="0">
                <a:latin typeface="Arial" panose="020B0604020202020204" pitchFamily="34" charset="0"/>
                <a:cs typeface="Arial" panose="020B0604020202020204" pitchFamily="34" charset="0"/>
              </a:rPr>
              <a:t>References (II)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GRAMACY, R.B.; LEE, H.K. (2012). Cases for the nugget in modeling computer experiments. </a:t>
            </a:r>
            <a:r>
              <a:rPr lang="en-GB" sz="2200" i="1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 and Computing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Vol.22, 713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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722.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FORRESTER, A.; SOBESTER, A.; KEANE, A. (2008). </a:t>
            </a:r>
            <a:r>
              <a:rPr lang="en-GB" sz="2200" i="1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Design via Surrogate Modelling:  A Practical Guide</a:t>
            </a:r>
            <a:r>
              <a:rPr lang="en-GB" sz="2200" spc="-5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Wiley, Chichester.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z="220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MICHALEWICZ, Z. (1996). </a:t>
            </a:r>
            <a:r>
              <a:rPr lang="en-GB" sz="2200" i="1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Genetic Algorithms + Data Structures = Evolution Programs</a:t>
            </a:r>
            <a:r>
              <a:rPr lang="en-GB" sz="2200" dirty="0">
                <a:solidFill>
                  <a:srgbClr val="0808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Springer, New York.</a:t>
            </a:r>
            <a:endParaRPr lang="en-GB" sz="2200" spc="-50" dirty="0">
              <a:solidFill>
                <a:srgbClr val="0808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="" xmlns:a16="http://schemas.microsoft.com/office/drawing/2014/main" id="{6FD4B6AF-F6BF-91F1-20EB-F1C444404020}"/>
              </a:ext>
            </a:extLst>
          </p:cNvPr>
          <p:cNvSpPr txBox="1">
            <a:spLocks/>
          </p:cNvSpPr>
          <p:nvPr/>
        </p:nvSpPr>
        <p:spPr>
          <a:xfrm>
            <a:off x="1282267" y="703119"/>
            <a:ext cx="7644078" cy="6456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optimization problems </a:t>
            </a:r>
            <a:r>
              <a:rPr lang="en-US" b="1" dirty="0" smtClean="0">
                <a:solidFill>
                  <a:srgbClr val="BE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(V)</a:t>
            </a:r>
            <a:endParaRPr lang="en-US" b="1" dirty="0">
              <a:solidFill>
                <a:srgbClr val="BE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52554"/>
      </p:ext>
    </p:extLst>
  </p:cSld>
  <p:clrMapOvr>
    <a:masterClrMapping/>
  </p:clrMapOvr>
</p:sld>
</file>

<file path=ppt/theme/theme1.xml><?xml version="1.0" encoding="utf-8"?>
<a:theme xmlns:a="http://schemas.openxmlformats.org/drawingml/2006/main" name="Solidi 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ali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58B64AFFE26B43B77AA17D11A60417" ma:contentTypeVersion="1" ma:contentTypeDescription="Create a new document." ma:contentTypeScope="" ma:versionID="01bd53db0e8d6d534b754d77d1b7686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9ab8c2b3c1d2a690bc60d382cab7cd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8BEE96-E3E5-4052-9DB8-39C9891A143C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CCEB60F-7A5F-480F-B242-2B665E047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713038C-5CD9-4FFE-AA2B-BBCB0B5BD7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714</Words>
  <Application>Microsoft Office PowerPoint</Application>
  <PresentationFormat>On-screen Show (4:3)</PresentationFormat>
  <Paragraphs>56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Solidi melyna</vt:lpstr>
      <vt:lpstr>Zalia</vt:lpstr>
      <vt:lpstr>Melyna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Didžiapetris Domantas</dc:creator>
  <cp:lastModifiedBy>Administrator</cp:lastModifiedBy>
  <cp:revision>771</cp:revision>
  <dcterms:created xsi:type="dcterms:W3CDTF">2019-09-05T10:43:27Z</dcterms:created>
  <dcterms:modified xsi:type="dcterms:W3CDTF">2026-02-13T10:46:41Z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0x0101006558B64AFFE26B43B77AA17D11A60417</vt:lpwstr>
  </property>
  <property fmtid="{D5CDD505-2E9C-101B-9397-08002B2CF9AE}" pid="3" name="auditlogfromitemproperty">
    <vt:lpwstr/>
  </property>
  <property fmtid="{D5CDD505-2E9C-101B-9397-08002B2CF9AE}" pid="4" name="SSAuditLogLastValue">
    <vt:lpwstr>&lt;?xml version="1.0" encoding="utf-16"?&gt;_x000d_
&lt;SSItemProperties xmlns:xsd="http://www.w3.org/2001/XMLSchema" xmlns:xsi="http://www.w3.org/2001/XMLSchema-instance"&gt;_x000d_
  &lt;Fields&gt;_x000d_
    &lt;string&gt;FileLeafRef&lt;/string&gt;_x000d_
    &lt;string&gt;Title&lt;/string&gt;_x000d_
  &lt;/Fields&gt;_x000d_
  &lt;Value</vt:lpwstr>
  </property>
</Properties>
</file>